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trictFirstAndLastChars="0" saveSubsetFonts="1" bookmarkIdSeed="2">
  <p:sldMasterIdLst>
    <p:sldMasterId id="2147483704" r:id="rId1"/>
    <p:sldMasterId id="2147483690" r:id="rId2"/>
  </p:sldMasterIdLst>
  <p:notesMasterIdLst>
    <p:notesMasterId r:id="rId12"/>
  </p:notesMasterIdLst>
  <p:handoutMasterIdLst>
    <p:handoutMasterId r:id="rId13"/>
  </p:handoutMasterIdLst>
  <p:sldIdLst>
    <p:sldId id="3359" r:id="rId3"/>
    <p:sldId id="1184" r:id="rId4"/>
    <p:sldId id="3586" r:id="rId5"/>
    <p:sldId id="3573" r:id="rId6"/>
    <p:sldId id="3578" r:id="rId7"/>
    <p:sldId id="3574" r:id="rId8"/>
    <p:sldId id="3579" r:id="rId9"/>
    <p:sldId id="3575" r:id="rId10"/>
    <p:sldId id="3585" r:id="rId11"/>
  </p:sldIdLst>
  <p:sldSz cx="9906000" cy="6858000" type="A4"/>
  <p:notesSz cx="6805613" cy="99393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2"/>
        </a:solidFill>
        <a:latin typeface="Arial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2"/>
        </a:solidFill>
        <a:latin typeface="Arial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2"/>
        </a:solidFill>
        <a:latin typeface="Arial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2"/>
        </a:solidFill>
        <a:latin typeface="Arial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2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400" b="1" kern="1200">
        <a:solidFill>
          <a:schemeClr val="tx2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400" b="1" kern="1200">
        <a:solidFill>
          <a:schemeClr val="tx2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400" b="1" kern="1200">
        <a:solidFill>
          <a:schemeClr val="tx2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400" b="1" kern="1200">
        <a:solidFill>
          <a:schemeClr val="tx2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0" userDrawn="1">
          <p15:clr>
            <a:srgbClr val="A4A3A4"/>
          </p15:clr>
        </p15:guide>
        <p15:guide id="2" orient="horz" pos="714">
          <p15:clr>
            <a:srgbClr val="A4A3A4"/>
          </p15:clr>
        </p15:guide>
        <p15:guide id="3" orient="horz" pos="3946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232">
          <p15:clr>
            <a:srgbClr val="A4A3A4"/>
          </p15:clr>
        </p15:guide>
        <p15:guide id="6" orient="horz" pos="864" userDrawn="1">
          <p15:clr>
            <a:srgbClr val="A4A3A4"/>
          </p15:clr>
        </p15:guide>
        <p15:guide id="7" pos="3120" userDrawn="1">
          <p15:clr>
            <a:srgbClr val="A4A3A4"/>
          </p15:clr>
        </p15:guide>
        <p15:guide id="10" pos="143">
          <p15:clr>
            <a:srgbClr val="A4A3A4"/>
          </p15:clr>
        </p15:guide>
        <p15:guide id="11" pos="609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A19D88"/>
    <a:srgbClr val="F6F6EE"/>
    <a:srgbClr val="FFFF99"/>
    <a:srgbClr val="F6FAFC"/>
    <a:srgbClr val="160E44"/>
    <a:srgbClr val="7E7A64"/>
    <a:srgbClr val="847F69"/>
    <a:srgbClr val="B9B6A7"/>
    <a:srgbClr val="D0C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21" autoAdjust="0"/>
    <p:restoredTop sz="89619" autoAdjust="0"/>
  </p:normalViewPr>
  <p:slideViewPr>
    <p:cSldViewPr showGuides="1">
      <p:cViewPr varScale="1">
        <p:scale>
          <a:sx n="117" d="100"/>
          <a:sy n="117" d="100"/>
        </p:scale>
        <p:origin x="2301" y="79"/>
      </p:cViewPr>
      <p:guideLst>
        <p:guide orient="horz" pos="4080"/>
        <p:guide orient="horz" pos="714"/>
        <p:guide orient="horz" pos="3946"/>
        <p:guide orient="horz" pos="2160"/>
        <p:guide orient="horz" pos="232"/>
        <p:guide orient="horz" pos="864"/>
        <p:guide pos="3120"/>
        <p:guide pos="143"/>
        <p:guide pos="60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58" d="100"/>
          <a:sy n="58" d="100"/>
        </p:scale>
        <p:origin x="2448" y="78"/>
      </p:cViewPr>
      <p:guideLst>
        <p:guide orient="horz" pos="3132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erena\Downloads\Graph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erena\Downloads\Graph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369460243758562E-2"/>
          <c:y val="3.4375016916839037E-2"/>
          <c:w val="0.9441871874637312"/>
          <c:h val="0.8453636050017741"/>
        </c:manualLayout>
      </c:layout>
      <c:lineChart>
        <c:grouping val="standard"/>
        <c:varyColors val="0"/>
        <c:ser>
          <c:idx val="0"/>
          <c:order val="0"/>
          <c:spPr>
            <a:ln w="12700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[Graph.xlsx]Sheet3!$B$4:$AF$4</c:f>
              <c:numCache>
                <c:formatCode>General</c:formatCode>
                <c:ptCount val="31"/>
                <c:pt idx="0">
                  <c:v>5212.5242218099365</c:v>
                </c:pt>
                <c:pt idx="1">
                  <c:v>5425.3768827019621</c:v>
                </c:pt>
                <c:pt idx="2">
                  <c:v>5638.5361228486036</c:v>
                </c:pt>
                <c:pt idx="3">
                  <c:v>5419.1212992545261</c:v>
                </c:pt>
                <c:pt idx="4">
                  <c:v>5187.0117489436261</c:v>
                </c:pt>
                <c:pt idx="5">
                  <c:v>5185.8036208732692</c:v>
                </c:pt>
                <c:pt idx="6">
                  <c:v>5802.4919097186439</c:v>
                </c:pt>
                <c:pt idx="7">
                  <c:v>5379.45532309595</c:v>
                </c:pt>
                <c:pt idx="8">
                  <c:v>5080.0019169329071</c:v>
                </c:pt>
                <c:pt idx="9">
                  <c:v>5194.8694218283008</c:v>
                </c:pt>
                <c:pt idx="10">
                  <c:v>5547.1383386581474</c:v>
                </c:pt>
                <c:pt idx="11">
                  <c:v>6266.3506132124085</c:v>
                </c:pt>
                <c:pt idx="12">
                  <c:v>5184.7792435329284</c:v>
                </c:pt>
                <c:pt idx="13">
                  <c:v>5459.9857371063445</c:v>
                </c:pt>
                <c:pt idx="14">
                  <c:v>5306.7243120684325</c:v>
                </c:pt>
                <c:pt idx="15">
                  <c:v>5506.5969116080942</c:v>
                </c:pt>
                <c:pt idx="16">
                  <c:v>5281.9118829228073</c:v>
                </c:pt>
                <c:pt idx="17">
                  <c:v>5359.091160809372</c:v>
                </c:pt>
                <c:pt idx="18">
                  <c:v>5569.7428630320519</c:v>
                </c:pt>
                <c:pt idx="19">
                  <c:v>5102.0298876636089</c:v>
                </c:pt>
                <c:pt idx="20">
                  <c:v>5469.0535676251329</c:v>
                </c:pt>
                <c:pt idx="21">
                  <c:v>5270.9314644955166</c:v>
                </c:pt>
                <c:pt idx="22">
                  <c:v>5712.9006389776359</c:v>
                </c:pt>
                <c:pt idx="23">
                  <c:v>6277.9836133154695</c:v>
                </c:pt>
                <c:pt idx="24">
                  <c:v>5327.5148923013503</c:v>
                </c:pt>
                <c:pt idx="25">
                  <c:v>5302.6331583751708</c:v>
                </c:pt>
                <c:pt idx="26">
                  <c:v>5524.8778728228381</c:v>
                </c:pt>
                <c:pt idx="27">
                  <c:v>5505.044621938232</c:v>
                </c:pt>
                <c:pt idx="28">
                  <c:v>5025.727919200247</c:v>
                </c:pt>
                <c:pt idx="29">
                  <c:v>5781.8864749733757</c:v>
                </c:pt>
                <c:pt idx="30">
                  <c:v>5579.6922601257347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[Graph.xlsx]Sheet3!$A$4</c15:sqref>
                        </c15:formulaRef>
                      </c:ext>
                    </c:extLst>
                    <c:strCache>
                      <c:ptCount val="1"/>
                      <c:pt idx="0">
                        <c:v>aa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B8A7-4C44-A2C2-2984D9ECDD5A}"/>
            </c:ext>
          </c:extLst>
        </c:ser>
        <c:ser>
          <c:idx val="1"/>
          <c:order val="1"/>
          <c:spPr>
            <a:ln w="12700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[Graph.xlsx]Sheet3!$B$5:$AF$5</c:f>
              <c:numCache>
                <c:formatCode>General</c:formatCode>
                <c:ptCount val="31"/>
                <c:pt idx="0">
                  <c:v>5542.2383949645946</c:v>
                </c:pt>
                <c:pt idx="1">
                  <c:v>5914.3982578397208</c:v>
                </c:pt>
                <c:pt idx="2">
                  <c:v>6292.9520062942565</c:v>
                </c:pt>
                <c:pt idx="3">
                  <c:v>5887.1388617886178</c:v>
                </c:pt>
                <c:pt idx="4">
                  <c:v>5781.2250196695513</c:v>
                </c:pt>
                <c:pt idx="5">
                  <c:v>5883.6160975609755</c:v>
                </c:pt>
                <c:pt idx="6">
                  <c:v>6670.3943351691578</c:v>
                </c:pt>
                <c:pt idx="7">
                  <c:v>6442.7369000786784</c:v>
                </c:pt>
                <c:pt idx="8">
                  <c:v>5808.2206504065043</c:v>
                </c:pt>
                <c:pt idx="9">
                  <c:v>5878.9373721479151</c:v>
                </c:pt>
                <c:pt idx="10">
                  <c:v>6432.439512195122</c:v>
                </c:pt>
                <c:pt idx="11">
                  <c:v>7412.2033044846576</c:v>
                </c:pt>
                <c:pt idx="12">
                  <c:v>5884.8399685287177</c:v>
                </c:pt>
                <c:pt idx="13">
                  <c:v>6208.886759581882</c:v>
                </c:pt>
                <c:pt idx="14">
                  <c:v>6065.7611329661686</c:v>
                </c:pt>
                <c:pt idx="15">
                  <c:v>6363.9494308943085</c:v>
                </c:pt>
                <c:pt idx="16">
                  <c:v>6104.1809598741147</c:v>
                </c:pt>
                <c:pt idx="17">
                  <c:v>6219.7437398373986</c:v>
                </c:pt>
                <c:pt idx="18">
                  <c:v>6599.4860739575133</c:v>
                </c:pt>
                <c:pt idx="19">
                  <c:v>6392.4004720692365</c:v>
                </c:pt>
                <c:pt idx="20">
                  <c:v>6430.5603252032524</c:v>
                </c:pt>
                <c:pt idx="21">
                  <c:v>6152.9661683713612</c:v>
                </c:pt>
                <c:pt idx="22">
                  <c:v>6701.8489430894306</c:v>
                </c:pt>
                <c:pt idx="23">
                  <c:v>7653.8300550747445</c:v>
                </c:pt>
                <c:pt idx="24">
                  <c:v>6187.830369787569</c:v>
                </c:pt>
                <c:pt idx="25">
                  <c:v>6224.8905923344946</c:v>
                </c:pt>
                <c:pt idx="26">
                  <c:v>6489.4890637293465</c:v>
                </c:pt>
                <c:pt idx="27">
                  <c:v>6474.1318699186995</c:v>
                </c:pt>
                <c:pt idx="28">
                  <c:v>5964.7995279307634</c:v>
                </c:pt>
                <c:pt idx="29">
                  <c:v>6825.8983739837395</c:v>
                </c:pt>
                <c:pt idx="30">
                  <c:v>6831.2827694728558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[Graph.xlsx]Sheet3!$A$5</c15:sqref>
                        </c15:formulaRef>
                      </c:ext>
                    </c:extLst>
                    <c:strCache>
                      <c:ptCount val="1"/>
                      <c:pt idx="0">
                        <c:v>ac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1-B8A7-4C44-A2C2-2984D9ECDD5A}"/>
            </c:ext>
          </c:extLst>
        </c:ser>
        <c:ser>
          <c:idx val="2"/>
          <c:order val="2"/>
          <c:spPr>
            <a:ln w="1270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val>
            <c:numRef>
              <c:f>[Graph.xlsx]Sheet3!$B$6:$AF$6</c:f>
              <c:numCache>
                <c:formatCode>General</c:formatCode>
                <c:ptCount val="31"/>
                <c:pt idx="0">
                  <c:v>9208.705069124424</c:v>
                </c:pt>
                <c:pt idx="1">
                  <c:v>9769.974489795919</c:v>
                </c:pt>
                <c:pt idx="2">
                  <c:v>10573.585253456222</c:v>
                </c:pt>
                <c:pt idx="3">
                  <c:v>9889.2761904761901</c:v>
                </c:pt>
                <c:pt idx="4">
                  <c:v>10411.410138248848</c:v>
                </c:pt>
                <c:pt idx="5">
                  <c:v>9902.2999999999993</c:v>
                </c:pt>
                <c:pt idx="6">
                  <c:v>10404.396313364055</c:v>
                </c:pt>
                <c:pt idx="7">
                  <c:v>10460.304147465438</c:v>
                </c:pt>
                <c:pt idx="8">
                  <c:v>10374.828571428572</c:v>
                </c:pt>
                <c:pt idx="9">
                  <c:v>10631.184331797234</c:v>
                </c:pt>
                <c:pt idx="10">
                  <c:v>10937.038095238095</c:v>
                </c:pt>
                <c:pt idx="11">
                  <c:v>12347.516129032258</c:v>
                </c:pt>
                <c:pt idx="12">
                  <c:v>10273.907834101383</c:v>
                </c:pt>
                <c:pt idx="13">
                  <c:v>10722.290816326531</c:v>
                </c:pt>
                <c:pt idx="14">
                  <c:v>10512.709677419354</c:v>
                </c:pt>
                <c:pt idx="15">
                  <c:v>11346.919047619047</c:v>
                </c:pt>
                <c:pt idx="16">
                  <c:v>11313.889400921658</c:v>
                </c:pt>
                <c:pt idx="17">
                  <c:v>11528.62380952381</c:v>
                </c:pt>
                <c:pt idx="18">
                  <c:v>10687.069124423962</c:v>
                </c:pt>
                <c:pt idx="19">
                  <c:v>10434.967741935483</c:v>
                </c:pt>
                <c:pt idx="20">
                  <c:v>10605.714285714286</c:v>
                </c:pt>
                <c:pt idx="21">
                  <c:v>10749.723502304147</c:v>
                </c:pt>
                <c:pt idx="22">
                  <c:v>11504.519047619047</c:v>
                </c:pt>
                <c:pt idx="23">
                  <c:v>12542.308755760369</c:v>
                </c:pt>
                <c:pt idx="24">
                  <c:v>10481.299539170506</c:v>
                </c:pt>
                <c:pt idx="25">
                  <c:v>10723.775510204081</c:v>
                </c:pt>
                <c:pt idx="26">
                  <c:v>11110.00460829493</c:v>
                </c:pt>
                <c:pt idx="27">
                  <c:v>11477.62380952381</c:v>
                </c:pt>
                <c:pt idx="28">
                  <c:v>11436.069124423962</c:v>
                </c:pt>
                <c:pt idx="29">
                  <c:v>11605.271428571428</c:v>
                </c:pt>
                <c:pt idx="30">
                  <c:v>11412.990783410138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[Graph.xlsx]Sheet3!$A$6</c15:sqref>
                        </c15:formulaRef>
                      </c:ext>
                    </c:extLst>
                    <c:strCache>
                      <c:ptCount val="1"/>
                      <c:pt idx="0">
                        <c:v>ba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B8A7-4C44-A2C2-2984D9ECDD5A}"/>
            </c:ext>
          </c:extLst>
        </c:ser>
        <c:ser>
          <c:idx val="3"/>
          <c:order val="3"/>
          <c:spPr>
            <a:ln w="1270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[Graph.xlsx]Sheet3!$B$7:$AF$7</c:f>
              <c:numCache>
                <c:formatCode>General</c:formatCode>
                <c:ptCount val="31"/>
                <c:pt idx="0">
                  <c:v>6108.4717741935483</c:v>
                </c:pt>
                <c:pt idx="1">
                  <c:v>6763.4330357142853</c:v>
                </c:pt>
                <c:pt idx="2">
                  <c:v>7139.6330645161288</c:v>
                </c:pt>
                <c:pt idx="3">
                  <c:v>7482.5916666666662</c:v>
                </c:pt>
                <c:pt idx="4">
                  <c:v>8583.3629032258068</c:v>
                </c:pt>
                <c:pt idx="5">
                  <c:v>8223.4083333333328</c:v>
                </c:pt>
                <c:pt idx="6">
                  <c:v>8006.625</c:v>
                </c:pt>
                <c:pt idx="7">
                  <c:v>7467.9677419354839</c:v>
                </c:pt>
                <c:pt idx="8">
                  <c:v>8012.416666666667</c:v>
                </c:pt>
                <c:pt idx="9">
                  <c:v>8426.1854838709678</c:v>
                </c:pt>
                <c:pt idx="10">
                  <c:v>8879.0416666666661</c:v>
                </c:pt>
                <c:pt idx="11">
                  <c:v>9609.270161290322</c:v>
                </c:pt>
                <c:pt idx="12">
                  <c:v>8187.0564516129034</c:v>
                </c:pt>
                <c:pt idx="13">
                  <c:v>8783.3169642857138</c:v>
                </c:pt>
                <c:pt idx="14">
                  <c:v>8779.3387096774186</c:v>
                </c:pt>
                <c:pt idx="15">
                  <c:v>9220.2166666666672</c:v>
                </c:pt>
                <c:pt idx="16">
                  <c:v>9490.1088709677424</c:v>
                </c:pt>
                <c:pt idx="17">
                  <c:v>9619.2416666666668</c:v>
                </c:pt>
                <c:pt idx="18">
                  <c:v>9217.8104838709678</c:v>
                </c:pt>
                <c:pt idx="19">
                  <c:v>8842.5645161290322</c:v>
                </c:pt>
                <c:pt idx="20">
                  <c:v>8925.3583333333336</c:v>
                </c:pt>
                <c:pt idx="21">
                  <c:v>9247.1693548387102</c:v>
                </c:pt>
                <c:pt idx="22">
                  <c:v>9889.5083333333332</c:v>
                </c:pt>
                <c:pt idx="23">
                  <c:v>10250.548387096775</c:v>
                </c:pt>
                <c:pt idx="24">
                  <c:v>9083.6290322580644</c:v>
                </c:pt>
                <c:pt idx="25">
                  <c:v>9745.5491071428569</c:v>
                </c:pt>
                <c:pt idx="26">
                  <c:v>9751.0080645161288</c:v>
                </c:pt>
                <c:pt idx="27">
                  <c:v>10156.895833333334</c:v>
                </c:pt>
                <c:pt idx="28">
                  <c:v>10532.709677419354</c:v>
                </c:pt>
                <c:pt idx="29">
                  <c:v>10379.9375</c:v>
                </c:pt>
                <c:pt idx="30">
                  <c:v>10090.612903225807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[Graph.xlsx]Sheet3!$A$7</c15:sqref>
                        </c15:formulaRef>
                      </c:ext>
                    </c:extLst>
                    <c:strCache>
                      <c:ptCount val="1"/>
                      <c:pt idx="0">
                        <c:v>bb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3-B8A7-4C44-A2C2-2984D9ECDD5A}"/>
            </c:ext>
          </c:extLst>
        </c:ser>
        <c:ser>
          <c:idx val="4"/>
          <c:order val="4"/>
          <c:spPr>
            <a:ln w="1270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val>
            <c:numRef>
              <c:f>[Graph.xlsx]Sheet3!$B$8:$AF$8</c:f>
              <c:numCache>
                <c:formatCode>General</c:formatCode>
                <c:ptCount val="31"/>
                <c:pt idx="0">
                  <c:v>17028.032258064515</c:v>
                </c:pt>
                <c:pt idx="1">
                  <c:v>17430.75</c:v>
                </c:pt>
                <c:pt idx="2">
                  <c:v>18472.83870967742</c:v>
                </c:pt>
                <c:pt idx="3">
                  <c:v>17627.933333333334</c:v>
                </c:pt>
                <c:pt idx="4">
                  <c:v>18217.516129032258</c:v>
                </c:pt>
                <c:pt idx="5">
                  <c:v>18065.133333333335</c:v>
                </c:pt>
                <c:pt idx="6">
                  <c:v>16582.935483870966</c:v>
                </c:pt>
                <c:pt idx="7">
                  <c:v>16705.193548387098</c:v>
                </c:pt>
                <c:pt idx="8">
                  <c:v>16841.966666666667</c:v>
                </c:pt>
                <c:pt idx="9">
                  <c:v>17812.870967741936</c:v>
                </c:pt>
                <c:pt idx="10">
                  <c:v>18965.666666666668</c:v>
                </c:pt>
                <c:pt idx="11">
                  <c:v>21121.548387096773</c:v>
                </c:pt>
                <c:pt idx="12">
                  <c:v>17520.387096774193</c:v>
                </c:pt>
                <c:pt idx="13">
                  <c:v>18515.464285714286</c:v>
                </c:pt>
                <c:pt idx="14">
                  <c:v>17801.741935483871</c:v>
                </c:pt>
                <c:pt idx="15">
                  <c:v>18156.3</c:v>
                </c:pt>
                <c:pt idx="16">
                  <c:v>18205.290322580644</c:v>
                </c:pt>
                <c:pt idx="17">
                  <c:v>18194.933333333334</c:v>
                </c:pt>
                <c:pt idx="18">
                  <c:v>16986.806451612902</c:v>
                </c:pt>
                <c:pt idx="19">
                  <c:v>16336.096774193549</c:v>
                </c:pt>
                <c:pt idx="20">
                  <c:v>16840</c:v>
                </c:pt>
                <c:pt idx="21">
                  <c:v>18178.806451612902</c:v>
                </c:pt>
                <c:pt idx="22">
                  <c:v>18925.099999999999</c:v>
                </c:pt>
                <c:pt idx="23">
                  <c:v>20614.709677419356</c:v>
                </c:pt>
                <c:pt idx="24">
                  <c:v>17631.225806451614</c:v>
                </c:pt>
                <c:pt idx="25">
                  <c:v>17955.035714285714</c:v>
                </c:pt>
                <c:pt idx="26">
                  <c:v>18176.709677419356</c:v>
                </c:pt>
                <c:pt idx="27">
                  <c:v>18606.233333333334</c:v>
                </c:pt>
                <c:pt idx="28">
                  <c:v>18362.032258064515</c:v>
                </c:pt>
                <c:pt idx="29">
                  <c:v>17655.8</c:v>
                </c:pt>
                <c:pt idx="30">
                  <c:v>17526.387096774193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[Graph.xlsx]Sheet3!$A$8</c15:sqref>
                        </c15:formulaRef>
                      </c:ext>
                    </c:extLst>
                    <c:strCache>
                      <c:ptCount val="1"/>
                      <c:pt idx="0">
                        <c:v>bc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4-B8A7-4C44-A2C2-2984D9ECDD5A}"/>
            </c:ext>
          </c:extLst>
        </c:ser>
        <c:ser>
          <c:idx val="5"/>
          <c:order val="5"/>
          <c:spPr>
            <a:ln w="12700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[Graph.xlsx]Sheet3!$B$9:$AF$9</c:f>
              <c:numCache>
                <c:formatCode>General</c:formatCode>
                <c:ptCount val="31"/>
                <c:pt idx="0">
                  <c:v>5342.4198292220117</c:v>
                </c:pt>
                <c:pt idx="1">
                  <c:v>5586.7127100840335</c:v>
                </c:pt>
                <c:pt idx="2">
                  <c:v>5968.673149905123</c:v>
                </c:pt>
                <c:pt idx="3">
                  <c:v>5502.0049019607841</c:v>
                </c:pt>
                <c:pt idx="4">
                  <c:v>5440.4592030360527</c:v>
                </c:pt>
                <c:pt idx="5">
                  <c:v>5382.4818627450977</c:v>
                </c:pt>
                <c:pt idx="6">
                  <c:v>5903.15559772296</c:v>
                </c:pt>
                <c:pt idx="7">
                  <c:v>5605.1821631878556</c:v>
                </c:pt>
                <c:pt idx="8">
                  <c:v>5250.0215686274514</c:v>
                </c:pt>
                <c:pt idx="9">
                  <c:v>5379.2376660341552</c:v>
                </c:pt>
                <c:pt idx="10">
                  <c:v>5913.298039215686</c:v>
                </c:pt>
                <c:pt idx="11">
                  <c:v>6908.1522770398478</c:v>
                </c:pt>
                <c:pt idx="12">
                  <c:v>5287.6162239089181</c:v>
                </c:pt>
                <c:pt idx="13">
                  <c:v>5611.2615546218485</c:v>
                </c:pt>
                <c:pt idx="14">
                  <c:v>5398.4316888045541</c:v>
                </c:pt>
                <c:pt idx="15">
                  <c:v>5677.1950980392157</c:v>
                </c:pt>
                <c:pt idx="16">
                  <c:v>5523.7580645161288</c:v>
                </c:pt>
                <c:pt idx="17">
                  <c:v>5483.4941176470584</c:v>
                </c:pt>
                <c:pt idx="18">
                  <c:v>5762.0341555977229</c:v>
                </c:pt>
                <c:pt idx="19">
                  <c:v>5427.4890891840605</c:v>
                </c:pt>
                <c:pt idx="20">
                  <c:v>5619.6024509803919</c:v>
                </c:pt>
                <c:pt idx="21">
                  <c:v>5468.8045540796966</c:v>
                </c:pt>
                <c:pt idx="22">
                  <c:v>6023.0686274509808</c:v>
                </c:pt>
                <c:pt idx="23">
                  <c:v>6982.5308349146108</c:v>
                </c:pt>
                <c:pt idx="24">
                  <c:v>5629.9146110056927</c:v>
                </c:pt>
                <c:pt idx="25">
                  <c:v>5553.9096638655465</c:v>
                </c:pt>
                <c:pt idx="26">
                  <c:v>5741.3828273244781</c:v>
                </c:pt>
                <c:pt idx="27">
                  <c:v>5712.5848039215689</c:v>
                </c:pt>
                <c:pt idx="28">
                  <c:v>5229.3880455407971</c:v>
                </c:pt>
                <c:pt idx="29">
                  <c:v>5907.7049019607839</c:v>
                </c:pt>
                <c:pt idx="30">
                  <c:v>5921.6845351043639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[Graph.xlsx]Sheet3!$A$9</c15:sqref>
                        </c15:formulaRef>
                      </c:ext>
                    </c:extLst>
                    <c:strCache>
                      <c:ptCount val="1"/>
                      <c:pt idx="0">
                        <c:v>ca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5-B8A7-4C44-A2C2-2984D9ECDD5A}"/>
            </c:ext>
          </c:extLst>
        </c:ser>
        <c:ser>
          <c:idx val="6"/>
          <c:order val="6"/>
          <c:spPr>
            <a:ln w="12700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[Graph.xlsx]Sheet3!$B$10:$AF$10</c:f>
              <c:numCache>
                <c:formatCode>General</c:formatCode>
                <c:ptCount val="31"/>
                <c:pt idx="0">
                  <c:v>5102.7869012707724</c:v>
                </c:pt>
                <c:pt idx="1">
                  <c:v>5537.2088744588746</c:v>
                </c:pt>
                <c:pt idx="2">
                  <c:v>5993.38954056696</c:v>
                </c:pt>
                <c:pt idx="3">
                  <c:v>5531.1232323232325</c:v>
                </c:pt>
                <c:pt idx="4">
                  <c:v>5446.2776148582598</c:v>
                </c:pt>
                <c:pt idx="5">
                  <c:v>5473.8383838383843</c:v>
                </c:pt>
                <c:pt idx="6">
                  <c:v>5993.0977517106548</c:v>
                </c:pt>
                <c:pt idx="7">
                  <c:v>5907.5078201368524</c:v>
                </c:pt>
                <c:pt idx="8">
                  <c:v>5378.4257575757574</c:v>
                </c:pt>
                <c:pt idx="9">
                  <c:v>5418.8230694037147</c:v>
                </c:pt>
                <c:pt idx="10">
                  <c:v>6092.9636363636364</c:v>
                </c:pt>
                <c:pt idx="11">
                  <c:v>7129.3719452590421</c:v>
                </c:pt>
                <c:pt idx="12">
                  <c:v>5510.3401759530789</c:v>
                </c:pt>
                <c:pt idx="13">
                  <c:v>5817.1904761904761</c:v>
                </c:pt>
                <c:pt idx="14">
                  <c:v>5598.3739002932552</c:v>
                </c:pt>
                <c:pt idx="15">
                  <c:v>5889.4651515151518</c:v>
                </c:pt>
                <c:pt idx="16">
                  <c:v>5739.7370478983385</c:v>
                </c:pt>
                <c:pt idx="17">
                  <c:v>5681.3696969696966</c:v>
                </c:pt>
                <c:pt idx="18">
                  <c:v>5943.2223851417402</c:v>
                </c:pt>
                <c:pt idx="19">
                  <c:v>5750.7849462365593</c:v>
                </c:pt>
                <c:pt idx="20">
                  <c:v>5768.3686868686873</c:v>
                </c:pt>
                <c:pt idx="21">
                  <c:v>5706.2311827956992</c:v>
                </c:pt>
                <c:pt idx="22">
                  <c:v>6366.5494949494951</c:v>
                </c:pt>
                <c:pt idx="23">
                  <c:v>7522.1392961876836</c:v>
                </c:pt>
                <c:pt idx="24">
                  <c:v>6013.9183773216027</c:v>
                </c:pt>
                <c:pt idx="25">
                  <c:v>5910.8019480519479</c:v>
                </c:pt>
                <c:pt idx="26">
                  <c:v>6131.7913000977514</c:v>
                </c:pt>
                <c:pt idx="27">
                  <c:v>6108.35202020202</c:v>
                </c:pt>
                <c:pt idx="28">
                  <c:v>5620.5180840664716</c:v>
                </c:pt>
                <c:pt idx="29">
                  <c:v>6250.0924242424244</c:v>
                </c:pt>
                <c:pt idx="30">
                  <c:v>6363.7649071358746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[Graph.xlsx]Sheet3!$A$10</c15:sqref>
                        </c15:formulaRef>
                      </c:ext>
                    </c:extLst>
                    <c:strCache>
                      <c:ptCount val="1"/>
                      <c:pt idx="0">
                        <c:v>cc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6-B8A7-4C44-A2C2-2984D9ECDD5A}"/>
            </c:ext>
          </c:extLst>
        </c:ser>
        <c:ser>
          <c:idx val="7"/>
          <c:order val="7"/>
          <c:spPr>
            <a:ln w="12700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[Graph.xlsx]Sheet3!$B$11:$AF$11</c:f>
              <c:numCache>
                <c:formatCode>General</c:formatCode>
                <c:ptCount val="31"/>
                <c:pt idx="0">
                  <c:v>4853.0627240143367</c:v>
                </c:pt>
                <c:pt idx="1">
                  <c:v>5128.894841269841</c:v>
                </c:pt>
                <c:pt idx="2">
                  <c:v>5428.6379928315409</c:v>
                </c:pt>
                <c:pt idx="3">
                  <c:v>5128.7718518518523</c:v>
                </c:pt>
                <c:pt idx="4">
                  <c:v>5051.1716845878136</c:v>
                </c:pt>
                <c:pt idx="5">
                  <c:v>5068.3559259259255</c:v>
                </c:pt>
                <c:pt idx="6">
                  <c:v>5742.5863799283152</c:v>
                </c:pt>
                <c:pt idx="7">
                  <c:v>5318.4824372759858</c:v>
                </c:pt>
                <c:pt idx="8">
                  <c:v>4961.0025925925929</c:v>
                </c:pt>
                <c:pt idx="9">
                  <c:v>5017.0874551971328</c:v>
                </c:pt>
                <c:pt idx="10">
                  <c:v>5365.9188888888893</c:v>
                </c:pt>
                <c:pt idx="11">
                  <c:v>6206.4870967741936</c:v>
                </c:pt>
                <c:pt idx="12">
                  <c:v>5088.9046594982083</c:v>
                </c:pt>
                <c:pt idx="13">
                  <c:v>5351.4734126984131</c:v>
                </c:pt>
                <c:pt idx="14">
                  <c:v>5188.7107526881719</c:v>
                </c:pt>
                <c:pt idx="15">
                  <c:v>5414.9244444444448</c:v>
                </c:pt>
                <c:pt idx="16">
                  <c:v>5280.891397849462</c:v>
                </c:pt>
                <c:pt idx="17">
                  <c:v>5359.1685185185188</c:v>
                </c:pt>
                <c:pt idx="18">
                  <c:v>5596.1781362007168</c:v>
                </c:pt>
                <c:pt idx="19">
                  <c:v>5083.8745519713266</c:v>
                </c:pt>
                <c:pt idx="20">
                  <c:v>5351.7181481481484</c:v>
                </c:pt>
                <c:pt idx="21">
                  <c:v>5192.1265232974911</c:v>
                </c:pt>
                <c:pt idx="22">
                  <c:v>5644.9885185185185</c:v>
                </c:pt>
                <c:pt idx="23">
                  <c:v>6315.3684587813623</c:v>
                </c:pt>
                <c:pt idx="24">
                  <c:v>5376.6971326164876</c:v>
                </c:pt>
                <c:pt idx="25">
                  <c:v>5259.0793650793648</c:v>
                </c:pt>
                <c:pt idx="26">
                  <c:v>5484.1842293906811</c:v>
                </c:pt>
                <c:pt idx="27">
                  <c:v>5491.7966666666671</c:v>
                </c:pt>
                <c:pt idx="28">
                  <c:v>5070.4795698924727</c:v>
                </c:pt>
                <c:pt idx="29">
                  <c:v>5799.9796296296299</c:v>
                </c:pt>
                <c:pt idx="30">
                  <c:v>5732.8057347670247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[Graph.xlsx]Sheet3!$A$11</c15:sqref>
                        </c15:formulaRef>
                      </c:ext>
                    </c:extLst>
                    <c:strCache>
                      <c:ptCount val="1"/>
                      <c:pt idx="0">
                        <c:v>da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7-B8A7-4C44-A2C2-2984D9ECDD5A}"/>
            </c:ext>
          </c:extLst>
        </c:ser>
        <c:ser>
          <c:idx val="8"/>
          <c:order val="8"/>
          <c:spPr>
            <a:ln w="12700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[Graph.xlsx]Sheet3!$B$12:$AF$12</c:f>
              <c:numCache>
                <c:formatCode>General</c:formatCode>
                <c:ptCount val="31"/>
                <c:pt idx="0">
                  <c:v>4973.3479132494986</c:v>
                </c:pt>
                <c:pt idx="1">
                  <c:v>5300.6246973365614</c:v>
                </c:pt>
                <c:pt idx="2">
                  <c:v>5724.0426462547839</c:v>
                </c:pt>
                <c:pt idx="3">
                  <c:v>5245.7779661016948</c:v>
                </c:pt>
                <c:pt idx="4">
                  <c:v>5209.0561326772367</c:v>
                </c:pt>
                <c:pt idx="5">
                  <c:v>5248.8510357815439</c:v>
                </c:pt>
                <c:pt idx="6">
                  <c:v>5929.5170402770182</c:v>
                </c:pt>
                <c:pt idx="7">
                  <c:v>5722.256971022417</c:v>
                </c:pt>
                <c:pt idx="8">
                  <c:v>5218.0163841807907</c:v>
                </c:pt>
                <c:pt idx="9">
                  <c:v>5279.0495717149624</c:v>
                </c:pt>
                <c:pt idx="10">
                  <c:v>5849.220715630885</c:v>
                </c:pt>
                <c:pt idx="11">
                  <c:v>6687.553490067432</c:v>
                </c:pt>
                <c:pt idx="12">
                  <c:v>5432.3005285219606</c:v>
                </c:pt>
                <c:pt idx="13">
                  <c:v>5730.263518966909</c:v>
                </c:pt>
                <c:pt idx="14">
                  <c:v>5621.5410971386918</c:v>
                </c:pt>
                <c:pt idx="15">
                  <c:v>5848.5271186440677</c:v>
                </c:pt>
                <c:pt idx="16">
                  <c:v>5659.0041917258977</c:v>
                </c:pt>
                <c:pt idx="17">
                  <c:v>5704.2887005649718</c:v>
                </c:pt>
                <c:pt idx="18">
                  <c:v>5988.4304720247856</c:v>
                </c:pt>
                <c:pt idx="19">
                  <c:v>5697.9675596865318</c:v>
                </c:pt>
                <c:pt idx="20">
                  <c:v>5914.1854990583806</c:v>
                </c:pt>
                <c:pt idx="21">
                  <c:v>5666.4291962821217</c:v>
                </c:pt>
                <c:pt idx="22">
                  <c:v>6210.1627118644064</c:v>
                </c:pt>
                <c:pt idx="23">
                  <c:v>7095.4991798797155</c:v>
                </c:pt>
                <c:pt idx="24">
                  <c:v>5951.7291780572259</c:v>
                </c:pt>
                <c:pt idx="25">
                  <c:v>5834.4745762711864</c:v>
                </c:pt>
                <c:pt idx="26">
                  <c:v>6119.1264807727357</c:v>
                </c:pt>
                <c:pt idx="27">
                  <c:v>6059.0182674199623</c:v>
                </c:pt>
                <c:pt idx="28">
                  <c:v>5608.2748314197197</c:v>
                </c:pt>
                <c:pt idx="29">
                  <c:v>6341.9758945386066</c:v>
                </c:pt>
                <c:pt idx="30">
                  <c:v>6312.1844359394936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[Graph.xlsx]Sheet3!$A$12</c15:sqref>
                        </c15:formulaRef>
                      </c:ext>
                    </c:extLst>
                    <c:strCache>
                      <c:ptCount val="1"/>
                      <c:pt idx="0">
                        <c:v>dc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8-B8A7-4C44-A2C2-2984D9ECDD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653952"/>
        <c:axId val="44655744"/>
      </c:lineChart>
      <c:catAx>
        <c:axId val="44653952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655744"/>
        <c:crosses val="autoZero"/>
        <c:auto val="1"/>
        <c:lblAlgn val="ctr"/>
        <c:lblOffset val="100"/>
        <c:noMultiLvlLbl val="0"/>
      </c:catAx>
      <c:valAx>
        <c:axId val="44655744"/>
        <c:scaling>
          <c:orientation val="minMax"/>
          <c:max val="23000"/>
          <c:min val="300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653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[Graph.xlsx]Sheet4!$A$7</c:f>
              <c:strCache>
                <c:ptCount val="1"/>
                <c:pt idx="0">
                  <c:v>aa</c:v>
                </c:pt>
              </c:strCache>
            </c:strRef>
          </c:tx>
          <c:spPr>
            <a:ln w="12700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[Graph.xlsx]Sheet4!$B$6:$AF$6</c:f>
              <c:strCache>
                <c:ptCount val="3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  <c:pt idx="18">
                  <c:v>Jul</c:v>
                </c:pt>
                <c:pt idx="19">
                  <c:v>Aug</c:v>
                </c:pt>
                <c:pt idx="20">
                  <c:v>Sep</c:v>
                </c:pt>
                <c:pt idx="21">
                  <c:v>Oct</c:v>
                </c:pt>
                <c:pt idx="22">
                  <c:v>Nov</c:v>
                </c:pt>
                <c:pt idx="23">
                  <c:v>Dec</c:v>
                </c:pt>
                <c:pt idx="24">
                  <c:v>Jan</c:v>
                </c:pt>
                <c:pt idx="25">
                  <c:v>Feb</c:v>
                </c:pt>
                <c:pt idx="26">
                  <c:v>Mar</c:v>
                </c:pt>
                <c:pt idx="27">
                  <c:v>Apr</c:v>
                </c:pt>
                <c:pt idx="28">
                  <c:v>May</c:v>
                </c:pt>
                <c:pt idx="29">
                  <c:v>Jun</c:v>
                </c:pt>
                <c:pt idx="30">
                  <c:v>Jul</c:v>
                </c:pt>
              </c:strCache>
            </c:strRef>
          </c:cat>
          <c:val>
            <c:numRef>
              <c:f>[Graph.xlsx]Sheet4!$B$7:$AF$7</c:f>
              <c:numCache>
                <c:formatCode>General</c:formatCode>
                <c:ptCount val="31"/>
                <c:pt idx="0">
                  <c:v>4822.3700189753317</c:v>
                </c:pt>
                <c:pt idx="1">
                  <c:v>4995.3524159663866</c:v>
                </c:pt>
                <c:pt idx="2">
                  <c:v>5192.4350094876663</c:v>
                </c:pt>
                <c:pt idx="3">
                  <c:v>5027.237254901961</c:v>
                </c:pt>
                <c:pt idx="4">
                  <c:v>4745.5645161290322</c:v>
                </c:pt>
                <c:pt idx="5">
                  <c:v>4912.8372549019605</c:v>
                </c:pt>
                <c:pt idx="6">
                  <c:v>5487.549810246679</c:v>
                </c:pt>
                <c:pt idx="7">
                  <c:v>5015.7182163187854</c:v>
                </c:pt>
                <c:pt idx="8">
                  <c:v>4796.5264705882355</c:v>
                </c:pt>
                <c:pt idx="9">
                  <c:v>5052.1921252371912</c:v>
                </c:pt>
                <c:pt idx="10">
                  <c:v>5218.892647058824</c:v>
                </c:pt>
                <c:pt idx="11">
                  <c:v>5791.7656546489561</c:v>
                </c:pt>
                <c:pt idx="12">
                  <c:v>4827.5706831119542</c:v>
                </c:pt>
                <c:pt idx="13">
                  <c:v>5137.104516806723</c:v>
                </c:pt>
                <c:pt idx="14">
                  <c:v>4962.2571157495258</c:v>
                </c:pt>
                <c:pt idx="15">
                  <c:v>5155.8147058823533</c:v>
                </c:pt>
                <c:pt idx="16">
                  <c:v>4996.4539848197346</c:v>
                </c:pt>
                <c:pt idx="17">
                  <c:v>4971.7098039215689</c:v>
                </c:pt>
                <c:pt idx="18">
                  <c:v>5487.549810246679</c:v>
                </c:pt>
                <c:pt idx="19">
                  <c:v>5015.7182163187854</c:v>
                </c:pt>
                <c:pt idx="20">
                  <c:v>4796.5264705882355</c:v>
                </c:pt>
                <c:pt idx="21">
                  <c:v>5052.1921252371912</c:v>
                </c:pt>
                <c:pt idx="22">
                  <c:v>5218.892647058824</c:v>
                </c:pt>
                <c:pt idx="23">
                  <c:v>5791.7656546489561</c:v>
                </c:pt>
                <c:pt idx="24">
                  <c:v>5143.5502846299814</c:v>
                </c:pt>
                <c:pt idx="25">
                  <c:v>5129.9112394957983</c:v>
                </c:pt>
                <c:pt idx="26">
                  <c:v>5377.6684060721063</c:v>
                </c:pt>
                <c:pt idx="27">
                  <c:v>5221.8725490196075</c:v>
                </c:pt>
                <c:pt idx="28">
                  <c:v>4864.2495256166985</c:v>
                </c:pt>
                <c:pt idx="29">
                  <c:v>5488.9063725490196</c:v>
                </c:pt>
                <c:pt idx="30">
                  <c:v>5539.0175521821629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C7-4010-BB70-43A62AC422E2}"/>
            </c:ext>
          </c:extLst>
        </c:ser>
        <c:ser>
          <c:idx val="1"/>
          <c:order val="1"/>
          <c:tx>
            <c:strRef>
              <c:f>[Graph.xlsx]Sheet4!$A$8</c:f>
              <c:strCache>
                <c:ptCount val="1"/>
                <c:pt idx="0">
                  <c:v>ac</c:v>
                </c:pt>
              </c:strCache>
            </c:strRef>
          </c:tx>
          <c:spPr>
            <a:ln w="12700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[Graph.xlsx]Sheet4!$B$6:$AF$6</c:f>
              <c:strCache>
                <c:ptCount val="3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  <c:pt idx="18">
                  <c:v>Jul</c:v>
                </c:pt>
                <c:pt idx="19">
                  <c:v>Aug</c:v>
                </c:pt>
                <c:pt idx="20">
                  <c:v>Sep</c:v>
                </c:pt>
                <c:pt idx="21">
                  <c:v>Oct</c:v>
                </c:pt>
                <c:pt idx="22">
                  <c:v>Nov</c:v>
                </c:pt>
                <c:pt idx="23">
                  <c:v>Dec</c:v>
                </c:pt>
                <c:pt idx="24">
                  <c:v>Jan</c:v>
                </c:pt>
                <c:pt idx="25">
                  <c:v>Feb</c:v>
                </c:pt>
                <c:pt idx="26">
                  <c:v>Mar</c:v>
                </c:pt>
                <c:pt idx="27">
                  <c:v>Apr</c:v>
                </c:pt>
                <c:pt idx="28">
                  <c:v>May</c:v>
                </c:pt>
                <c:pt idx="29">
                  <c:v>Jun</c:v>
                </c:pt>
                <c:pt idx="30">
                  <c:v>Jul</c:v>
                </c:pt>
              </c:strCache>
            </c:strRef>
          </c:cat>
          <c:val>
            <c:numRef>
              <c:f>[Graph.xlsx]Sheet4!$B$8:$AF$8</c:f>
              <c:numCache>
                <c:formatCode>General</c:formatCode>
                <c:ptCount val="31"/>
                <c:pt idx="0">
                  <c:v>5772.0302419354839</c:v>
                </c:pt>
                <c:pt idx="1">
                  <c:v>5976.3772321428569</c:v>
                </c:pt>
                <c:pt idx="2">
                  <c:v>6395.5947580645161</c:v>
                </c:pt>
                <c:pt idx="3">
                  <c:v>5990.8479166666666</c:v>
                </c:pt>
                <c:pt idx="4">
                  <c:v>5700.0604838709678</c:v>
                </c:pt>
                <c:pt idx="5">
                  <c:v>5893.5979166666666</c:v>
                </c:pt>
                <c:pt idx="6">
                  <c:v>6651.4556451612907</c:v>
                </c:pt>
                <c:pt idx="7">
                  <c:v>6116.4092741935483</c:v>
                </c:pt>
                <c:pt idx="8">
                  <c:v>5930.3208333333332</c:v>
                </c:pt>
                <c:pt idx="9">
                  <c:v>6178.8931451612907</c:v>
                </c:pt>
                <c:pt idx="10">
                  <c:v>6333.6708333333336</c:v>
                </c:pt>
                <c:pt idx="11">
                  <c:v>7243.875</c:v>
                </c:pt>
                <c:pt idx="12">
                  <c:v>5884.9173387096771</c:v>
                </c:pt>
                <c:pt idx="13">
                  <c:v>6307.7433035714284</c:v>
                </c:pt>
                <c:pt idx="14">
                  <c:v>6207.3286290322585</c:v>
                </c:pt>
                <c:pt idx="15">
                  <c:v>6252.0895833333334</c:v>
                </c:pt>
                <c:pt idx="16">
                  <c:v>6114.7217741935483</c:v>
                </c:pt>
                <c:pt idx="17">
                  <c:v>6043.6416666666664</c:v>
                </c:pt>
                <c:pt idx="18">
                  <c:v>6651.4556451612907</c:v>
                </c:pt>
                <c:pt idx="19">
                  <c:v>6116.4092741935483</c:v>
                </c:pt>
                <c:pt idx="20">
                  <c:v>5930.3208333333332</c:v>
                </c:pt>
                <c:pt idx="21">
                  <c:v>6178.8931451612907</c:v>
                </c:pt>
                <c:pt idx="22">
                  <c:v>6333.6708333333336</c:v>
                </c:pt>
                <c:pt idx="23">
                  <c:v>7243.875</c:v>
                </c:pt>
                <c:pt idx="24">
                  <c:v>6238.7822580645161</c:v>
                </c:pt>
                <c:pt idx="25">
                  <c:v>6233.2879464285716</c:v>
                </c:pt>
                <c:pt idx="26">
                  <c:v>6612.8709677419356</c:v>
                </c:pt>
                <c:pt idx="27">
                  <c:v>6375.8145833333338</c:v>
                </c:pt>
                <c:pt idx="28">
                  <c:v>5958.8366935483873</c:v>
                </c:pt>
                <c:pt idx="29">
                  <c:v>6852.6645833333332</c:v>
                </c:pt>
                <c:pt idx="30">
                  <c:v>6574.2358870967746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C7-4010-BB70-43A62AC422E2}"/>
            </c:ext>
          </c:extLst>
        </c:ser>
        <c:ser>
          <c:idx val="2"/>
          <c:order val="2"/>
          <c:tx>
            <c:strRef>
              <c:f>[Graph.xlsx]Sheet4!$A$9</c:f>
              <c:strCache>
                <c:ptCount val="1"/>
                <c:pt idx="0">
                  <c:v>bb</c:v>
                </c:pt>
              </c:strCache>
            </c:strRef>
          </c:tx>
          <c:spPr>
            <a:ln w="127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[Graph.xlsx]Sheet4!$B$6:$AF$6</c:f>
              <c:strCache>
                <c:ptCount val="3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  <c:pt idx="18">
                  <c:v>Jul</c:v>
                </c:pt>
                <c:pt idx="19">
                  <c:v>Aug</c:v>
                </c:pt>
                <c:pt idx="20">
                  <c:v>Sep</c:v>
                </c:pt>
                <c:pt idx="21">
                  <c:v>Oct</c:v>
                </c:pt>
                <c:pt idx="22">
                  <c:v>Nov</c:v>
                </c:pt>
                <c:pt idx="23">
                  <c:v>Dec</c:v>
                </c:pt>
                <c:pt idx="24">
                  <c:v>Jan</c:v>
                </c:pt>
                <c:pt idx="25">
                  <c:v>Feb</c:v>
                </c:pt>
                <c:pt idx="26">
                  <c:v>Mar</c:v>
                </c:pt>
                <c:pt idx="27">
                  <c:v>Apr</c:v>
                </c:pt>
                <c:pt idx="28">
                  <c:v>May</c:v>
                </c:pt>
                <c:pt idx="29">
                  <c:v>Jun</c:v>
                </c:pt>
                <c:pt idx="30">
                  <c:v>Jul</c:v>
                </c:pt>
              </c:strCache>
            </c:strRef>
          </c:cat>
          <c:val>
            <c:numRef>
              <c:f>[Graph.xlsx]Sheet4!$B$9:$AF$9</c:f>
              <c:numCache>
                <c:formatCode>General</c:formatCode>
                <c:ptCount val="31"/>
                <c:pt idx="0">
                  <c:v>2679.7419354838707</c:v>
                </c:pt>
                <c:pt idx="1">
                  <c:v>4842.5357142857147</c:v>
                </c:pt>
                <c:pt idx="2">
                  <c:v>4955.4193548387093</c:v>
                </c:pt>
                <c:pt idx="3">
                  <c:v>4724.2666666666664</c:v>
                </c:pt>
                <c:pt idx="4">
                  <c:v>5097.1290322580644</c:v>
                </c:pt>
                <c:pt idx="5">
                  <c:v>4884.5666666666666</c:v>
                </c:pt>
                <c:pt idx="6">
                  <c:v>4900.1935483870966</c:v>
                </c:pt>
                <c:pt idx="7">
                  <c:v>4662.2903225806449</c:v>
                </c:pt>
                <c:pt idx="8">
                  <c:v>4827.4666666666662</c:v>
                </c:pt>
                <c:pt idx="9">
                  <c:v>5093.1612903225805</c:v>
                </c:pt>
                <c:pt idx="10">
                  <c:v>5230.6333333333332</c:v>
                </c:pt>
                <c:pt idx="11">
                  <c:v>5770.9354838709678</c:v>
                </c:pt>
                <c:pt idx="12">
                  <c:v>5009.0322580645161</c:v>
                </c:pt>
                <c:pt idx="13">
                  <c:v>5457.1428571428569</c:v>
                </c:pt>
                <c:pt idx="14">
                  <c:v>5504.5161290322585</c:v>
                </c:pt>
                <c:pt idx="15">
                  <c:v>5605.666666666667</c:v>
                </c:pt>
                <c:pt idx="16">
                  <c:v>5876.5806451612907</c:v>
                </c:pt>
                <c:pt idx="17">
                  <c:v>5895</c:v>
                </c:pt>
                <c:pt idx="18">
                  <c:v>4900.1935483870966</c:v>
                </c:pt>
                <c:pt idx="19">
                  <c:v>4662.2903225806449</c:v>
                </c:pt>
                <c:pt idx="20">
                  <c:v>4827.4666666666662</c:v>
                </c:pt>
                <c:pt idx="21">
                  <c:v>5093.1612903225805</c:v>
                </c:pt>
                <c:pt idx="22">
                  <c:v>5230.6333333333332</c:v>
                </c:pt>
                <c:pt idx="23">
                  <c:v>5770.9354838709678</c:v>
                </c:pt>
                <c:pt idx="24">
                  <c:v>5783</c:v>
                </c:pt>
                <c:pt idx="25">
                  <c:v>6173.3928571428569</c:v>
                </c:pt>
                <c:pt idx="26">
                  <c:v>6229.7741935483873</c:v>
                </c:pt>
                <c:pt idx="27">
                  <c:v>6373.666666666667</c:v>
                </c:pt>
                <c:pt idx="28">
                  <c:v>6715.8709677419356</c:v>
                </c:pt>
                <c:pt idx="29">
                  <c:v>6430.3666666666668</c:v>
                </c:pt>
                <c:pt idx="30">
                  <c:v>6731.5161290322585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7C7-4010-BB70-43A62AC422E2}"/>
            </c:ext>
          </c:extLst>
        </c:ser>
        <c:ser>
          <c:idx val="3"/>
          <c:order val="3"/>
          <c:tx>
            <c:strRef>
              <c:f>[Graph.xlsx]Sheet4!$A$10</c:f>
              <c:strCache>
                <c:ptCount val="1"/>
                <c:pt idx="0">
                  <c:v>ca</c:v>
                </c:pt>
              </c:strCache>
            </c:strRef>
          </c:tx>
          <c:spPr>
            <a:ln w="12700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[Graph.xlsx]Sheet4!$B$6:$AF$6</c:f>
              <c:strCache>
                <c:ptCount val="3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  <c:pt idx="18">
                  <c:v>Jul</c:v>
                </c:pt>
                <c:pt idx="19">
                  <c:v>Aug</c:v>
                </c:pt>
                <c:pt idx="20">
                  <c:v>Sep</c:v>
                </c:pt>
                <c:pt idx="21">
                  <c:v>Oct</c:v>
                </c:pt>
                <c:pt idx="22">
                  <c:v>Nov</c:v>
                </c:pt>
                <c:pt idx="23">
                  <c:v>Dec</c:v>
                </c:pt>
                <c:pt idx="24">
                  <c:v>Jan</c:v>
                </c:pt>
                <c:pt idx="25">
                  <c:v>Feb</c:v>
                </c:pt>
                <c:pt idx="26">
                  <c:v>Mar</c:v>
                </c:pt>
                <c:pt idx="27">
                  <c:v>Apr</c:v>
                </c:pt>
                <c:pt idx="28">
                  <c:v>May</c:v>
                </c:pt>
                <c:pt idx="29">
                  <c:v>Jun</c:v>
                </c:pt>
                <c:pt idx="30">
                  <c:v>Jul</c:v>
                </c:pt>
              </c:strCache>
            </c:strRef>
          </c:cat>
          <c:val>
            <c:numRef>
              <c:f>[Graph.xlsx]Sheet4!$B$10:$AF$10</c:f>
              <c:numCache>
                <c:formatCode>General</c:formatCode>
                <c:ptCount val="31"/>
                <c:pt idx="0">
                  <c:v>5026.2437275985667</c:v>
                </c:pt>
                <c:pt idx="1">
                  <c:v>5225.7460317460318</c:v>
                </c:pt>
                <c:pt idx="2">
                  <c:v>5449.1612903225805</c:v>
                </c:pt>
                <c:pt idx="3">
                  <c:v>5201.7037037037035</c:v>
                </c:pt>
                <c:pt idx="4">
                  <c:v>5005.4982078853045</c:v>
                </c:pt>
                <c:pt idx="5">
                  <c:v>5102.2925925925929</c:v>
                </c:pt>
                <c:pt idx="6">
                  <c:v>5691.7383512544802</c:v>
                </c:pt>
                <c:pt idx="7">
                  <c:v>5231.8853046594986</c:v>
                </c:pt>
                <c:pt idx="8">
                  <c:v>4871.5370370370374</c:v>
                </c:pt>
                <c:pt idx="9">
                  <c:v>5212.1612903225805</c:v>
                </c:pt>
                <c:pt idx="10">
                  <c:v>5438.3518518518522</c:v>
                </c:pt>
                <c:pt idx="11">
                  <c:v>6000.3799283154121</c:v>
                </c:pt>
                <c:pt idx="12">
                  <c:v>5016.8028673835124</c:v>
                </c:pt>
                <c:pt idx="13">
                  <c:v>5321.5595238095239</c:v>
                </c:pt>
                <c:pt idx="14">
                  <c:v>5209.659498207885</c:v>
                </c:pt>
                <c:pt idx="15">
                  <c:v>5331.6</c:v>
                </c:pt>
                <c:pt idx="16">
                  <c:v>5230.2258064516127</c:v>
                </c:pt>
                <c:pt idx="17">
                  <c:v>5208.0333333333338</c:v>
                </c:pt>
                <c:pt idx="18">
                  <c:v>5691.7383512544802</c:v>
                </c:pt>
                <c:pt idx="19">
                  <c:v>5231.8853046594986</c:v>
                </c:pt>
                <c:pt idx="20">
                  <c:v>4871.5370370370374</c:v>
                </c:pt>
                <c:pt idx="21">
                  <c:v>5212.1612903225805</c:v>
                </c:pt>
                <c:pt idx="22">
                  <c:v>5438.3518518518522</c:v>
                </c:pt>
                <c:pt idx="23">
                  <c:v>6000.3799283154121</c:v>
                </c:pt>
                <c:pt idx="24">
                  <c:v>5413.6451612903229</c:v>
                </c:pt>
                <c:pt idx="25">
                  <c:v>5346.1984126984125</c:v>
                </c:pt>
                <c:pt idx="26">
                  <c:v>5154.7419354838712</c:v>
                </c:pt>
                <c:pt idx="27">
                  <c:v>5407.885185185185</c:v>
                </c:pt>
                <c:pt idx="28">
                  <c:v>5079.9390681003588</c:v>
                </c:pt>
                <c:pt idx="29">
                  <c:v>5750.7666666666664</c:v>
                </c:pt>
                <c:pt idx="30">
                  <c:v>5749.5698924731187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7C7-4010-BB70-43A62AC422E2}"/>
            </c:ext>
          </c:extLst>
        </c:ser>
        <c:ser>
          <c:idx val="4"/>
          <c:order val="4"/>
          <c:tx>
            <c:strRef>
              <c:f>[Graph.xlsx]Sheet4!$A$11</c:f>
              <c:strCache>
                <c:ptCount val="1"/>
                <c:pt idx="0">
                  <c:v>cc</c:v>
                </c:pt>
              </c:strCache>
            </c:strRef>
          </c:tx>
          <c:spPr>
            <a:ln w="12700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[Graph.xlsx]Sheet4!$B$6:$AF$6</c:f>
              <c:strCache>
                <c:ptCount val="3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  <c:pt idx="18">
                  <c:v>Jul</c:v>
                </c:pt>
                <c:pt idx="19">
                  <c:v>Aug</c:v>
                </c:pt>
                <c:pt idx="20">
                  <c:v>Sep</c:v>
                </c:pt>
                <c:pt idx="21">
                  <c:v>Oct</c:v>
                </c:pt>
                <c:pt idx="22">
                  <c:v>Nov</c:v>
                </c:pt>
                <c:pt idx="23">
                  <c:v>Dec</c:v>
                </c:pt>
                <c:pt idx="24">
                  <c:v>Jan</c:v>
                </c:pt>
                <c:pt idx="25">
                  <c:v>Feb</c:v>
                </c:pt>
                <c:pt idx="26">
                  <c:v>Mar</c:v>
                </c:pt>
                <c:pt idx="27">
                  <c:v>Apr</c:v>
                </c:pt>
                <c:pt idx="28">
                  <c:v>May</c:v>
                </c:pt>
                <c:pt idx="29">
                  <c:v>Jun</c:v>
                </c:pt>
                <c:pt idx="30">
                  <c:v>Jul</c:v>
                </c:pt>
              </c:strCache>
            </c:strRef>
          </c:cat>
          <c:val>
            <c:numRef>
              <c:f>[Graph.xlsx]Sheet4!$B$11:$AF$11</c:f>
              <c:numCache>
                <c:formatCode>General</c:formatCode>
                <c:ptCount val="31"/>
                <c:pt idx="0">
                  <c:v>3878.116129032258</c:v>
                </c:pt>
                <c:pt idx="1">
                  <c:v>3996.542857142857</c:v>
                </c:pt>
                <c:pt idx="2">
                  <c:v>4293.9741935483871</c:v>
                </c:pt>
                <c:pt idx="3">
                  <c:v>3927.6533333333332</c:v>
                </c:pt>
                <c:pt idx="4">
                  <c:v>3888.7419354838707</c:v>
                </c:pt>
                <c:pt idx="5">
                  <c:v>3938.1533333333332</c:v>
                </c:pt>
                <c:pt idx="6">
                  <c:v>4404.9225806451614</c:v>
                </c:pt>
                <c:pt idx="7">
                  <c:v>4320.0516129032258</c:v>
                </c:pt>
                <c:pt idx="8">
                  <c:v>4192.1733333333332</c:v>
                </c:pt>
                <c:pt idx="9">
                  <c:v>4149.2580645161288</c:v>
                </c:pt>
                <c:pt idx="10">
                  <c:v>4429.3666666666668</c:v>
                </c:pt>
                <c:pt idx="11">
                  <c:v>5081.3548387096771</c:v>
                </c:pt>
                <c:pt idx="12">
                  <c:v>4255.8903225806453</c:v>
                </c:pt>
                <c:pt idx="13">
                  <c:v>4466.3857142857141</c:v>
                </c:pt>
                <c:pt idx="14">
                  <c:v>4248.1483870967741</c:v>
                </c:pt>
                <c:pt idx="15">
                  <c:v>4330.84</c:v>
                </c:pt>
                <c:pt idx="16">
                  <c:v>4380.2322580645159</c:v>
                </c:pt>
                <c:pt idx="17">
                  <c:v>4289.58</c:v>
                </c:pt>
                <c:pt idx="18">
                  <c:v>4404.9225806451614</c:v>
                </c:pt>
                <c:pt idx="19">
                  <c:v>4320.0516129032258</c:v>
                </c:pt>
                <c:pt idx="20">
                  <c:v>4192.1733333333332</c:v>
                </c:pt>
                <c:pt idx="21">
                  <c:v>4149.2580645161288</c:v>
                </c:pt>
                <c:pt idx="22">
                  <c:v>4429.3666666666668</c:v>
                </c:pt>
                <c:pt idx="23">
                  <c:v>5081.3548387096771</c:v>
                </c:pt>
                <c:pt idx="24">
                  <c:v>4635.8967741935485</c:v>
                </c:pt>
                <c:pt idx="25">
                  <c:v>4572.4857142857145</c:v>
                </c:pt>
                <c:pt idx="26">
                  <c:v>4756.2967741935481</c:v>
                </c:pt>
                <c:pt idx="27">
                  <c:v>4411.913333333333</c:v>
                </c:pt>
                <c:pt idx="28">
                  <c:v>4186.3870967741932</c:v>
                </c:pt>
                <c:pt idx="29">
                  <c:v>4741.3666666666668</c:v>
                </c:pt>
                <c:pt idx="30">
                  <c:v>4677.6580645161293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7C7-4010-BB70-43A62AC422E2}"/>
            </c:ext>
          </c:extLst>
        </c:ser>
        <c:ser>
          <c:idx val="5"/>
          <c:order val="5"/>
          <c:tx>
            <c:strRef>
              <c:f>[Graph.xlsx]Sheet4!$A$12</c:f>
              <c:strCache>
                <c:ptCount val="1"/>
                <c:pt idx="0">
                  <c:v>da</c:v>
                </c:pt>
              </c:strCache>
            </c:strRef>
          </c:tx>
          <c:spPr>
            <a:ln w="12700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[Graph.xlsx]Sheet4!$B$6:$AF$6</c:f>
              <c:strCache>
                <c:ptCount val="3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  <c:pt idx="18">
                  <c:v>Jul</c:v>
                </c:pt>
                <c:pt idx="19">
                  <c:v>Aug</c:v>
                </c:pt>
                <c:pt idx="20">
                  <c:v>Sep</c:v>
                </c:pt>
                <c:pt idx="21">
                  <c:v>Oct</c:v>
                </c:pt>
                <c:pt idx="22">
                  <c:v>Nov</c:v>
                </c:pt>
                <c:pt idx="23">
                  <c:v>Dec</c:v>
                </c:pt>
                <c:pt idx="24">
                  <c:v>Jan</c:v>
                </c:pt>
                <c:pt idx="25">
                  <c:v>Feb</c:v>
                </c:pt>
                <c:pt idx="26">
                  <c:v>Mar</c:v>
                </c:pt>
                <c:pt idx="27">
                  <c:v>Apr</c:v>
                </c:pt>
                <c:pt idx="28">
                  <c:v>May</c:v>
                </c:pt>
                <c:pt idx="29">
                  <c:v>Jun</c:v>
                </c:pt>
                <c:pt idx="30">
                  <c:v>Jul</c:v>
                </c:pt>
              </c:strCache>
            </c:strRef>
          </c:cat>
          <c:val>
            <c:numRef>
              <c:f>[Graph.xlsx]Sheet4!$B$12:$AF$12</c:f>
              <c:numCache>
                <c:formatCode>General</c:formatCode>
                <c:ptCount val="31"/>
                <c:pt idx="0">
                  <c:v>4851.5033955857389</c:v>
                </c:pt>
                <c:pt idx="1">
                  <c:v>4993.5704887218044</c:v>
                </c:pt>
                <c:pt idx="2">
                  <c:v>5250.9753820033957</c:v>
                </c:pt>
                <c:pt idx="3">
                  <c:v>5042.0710526315788</c:v>
                </c:pt>
                <c:pt idx="4">
                  <c:v>4936.6256366723255</c:v>
                </c:pt>
                <c:pt idx="5">
                  <c:v>4974.8850877192981</c:v>
                </c:pt>
                <c:pt idx="6">
                  <c:v>5546.7750424448213</c:v>
                </c:pt>
                <c:pt idx="7">
                  <c:v>5294.3752122241085</c:v>
                </c:pt>
                <c:pt idx="8">
                  <c:v>4860.295614035088</c:v>
                </c:pt>
                <c:pt idx="9">
                  <c:v>5018.4363327674027</c:v>
                </c:pt>
                <c:pt idx="10">
                  <c:v>5253.7280701754389</c:v>
                </c:pt>
                <c:pt idx="11">
                  <c:v>6012.3234295415959</c:v>
                </c:pt>
                <c:pt idx="12">
                  <c:v>4946.963497453311</c:v>
                </c:pt>
                <c:pt idx="13">
                  <c:v>5184.0488721804513</c:v>
                </c:pt>
                <c:pt idx="14">
                  <c:v>5078.0042444821729</c:v>
                </c:pt>
                <c:pt idx="15">
                  <c:v>5235.0359649122811</c:v>
                </c:pt>
                <c:pt idx="16">
                  <c:v>5174.5220713073004</c:v>
                </c:pt>
                <c:pt idx="17">
                  <c:v>5152.8921052631576</c:v>
                </c:pt>
                <c:pt idx="18">
                  <c:v>5546.7750424448213</c:v>
                </c:pt>
                <c:pt idx="19">
                  <c:v>5294.3752122241085</c:v>
                </c:pt>
                <c:pt idx="20">
                  <c:v>4860.295614035088</c:v>
                </c:pt>
                <c:pt idx="21">
                  <c:v>5018.4363327674027</c:v>
                </c:pt>
                <c:pt idx="22">
                  <c:v>5253.7280701754389</c:v>
                </c:pt>
                <c:pt idx="23">
                  <c:v>6012.3234295415959</c:v>
                </c:pt>
                <c:pt idx="24">
                  <c:v>5160.0645161290322</c:v>
                </c:pt>
                <c:pt idx="25">
                  <c:v>5039.3345864661651</c:v>
                </c:pt>
                <c:pt idx="26">
                  <c:v>5245.1468590831919</c:v>
                </c:pt>
                <c:pt idx="27">
                  <c:v>5223.2271929824565</c:v>
                </c:pt>
                <c:pt idx="28">
                  <c:v>4870.7113752122241</c:v>
                </c:pt>
                <c:pt idx="29">
                  <c:v>5442.6157894736843</c:v>
                </c:pt>
                <c:pt idx="30">
                  <c:v>5474.8803056027164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7C7-4010-BB70-43A62AC422E2}"/>
            </c:ext>
          </c:extLst>
        </c:ser>
        <c:ser>
          <c:idx val="6"/>
          <c:order val="6"/>
          <c:tx>
            <c:strRef>
              <c:f>[Graph.xlsx]Sheet4!$A$13</c:f>
              <c:strCache>
                <c:ptCount val="1"/>
                <c:pt idx="0">
                  <c:v>dc</c:v>
                </c:pt>
              </c:strCache>
            </c:strRef>
          </c:tx>
          <c:spPr>
            <a:ln w="12700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[Graph.xlsx]Sheet4!$B$6:$AF$6</c:f>
              <c:strCache>
                <c:ptCount val="3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  <c:pt idx="18">
                  <c:v>Jul</c:v>
                </c:pt>
                <c:pt idx="19">
                  <c:v>Aug</c:v>
                </c:pt>
                <c:pt idx="20">
                  <c:v>Sep</c:v>
                </c:pt>
                <c:pt idx="21">
                  <c:v>Oct</c:v>
                </c:pt>
                <c:pt idx="22">
                  <c:v>Nov</c:v>
                </c:pt>
                <c:pt idx="23">
                  <c:v>Dec</c:v>
                </c:pt>
                <c:pt idx="24">
                  <c:v>Jan</c:v>
                </c:pt>
                <c:pt idx="25">
                  <c:v>Feb</c:v>
                </c:pt>
                <c:pt idx="26">
                  <c:v>Mar</c:v>
                </c:pt>
                <c:pt idx="27">
                  <c:v>Apr</c:v>
                </c:pt>
                <c:pt idx="28">
                  <c:v>May</c:v>
                </c:pt>
                <c:pt idx="29">
                  <c:v>Jun</c:v>
                </c:pt>
                <c:pt idx="30">
                  <c:v>Jul</c:v>
                </c:pt>
              </c:strCache>
            </c:strRef>
          </c:cat>
          <c:val>
            <c:numRef>
              <c:f>[Graph.xlsx]Sheet4!$B$13:$AF$13</c:f>
              <c:numCache>
                <c:formatCode>General</c:formatCode>
                <c:ptCount val="31"/>
                <c:pt idx="0">
                  <c:v>5204.2978244561136</c:v>
                </c:pt>
                <c:pt idx="1">
                  <c:v>5433.0107973421927</c:v>
                </c:pt>
                <c:pt idx="2">
                  <c:v>5850.7209302325582</c:v>
                </c:pt>
                <c:pt idx="3">
                  <c:v>5461.7240310077523</c:v>
                </c:pt>
                <c:pt idx="4">
                  <c:v>5475.7336834208554</c:v>
                </c:pt>
                <c:pt idx="5">
                  <c:v>5594.2441860465115</c:v>
                </c:pt>
                <c:pt idx="6">
                  <c:v>6232.5813953488368</c:v>
                </c:pt>
                <c:pt idx="7">
                  <c:v>6005.9407351837963</c:v>
                </c:pt>
                <c:pt idx="8">
                  <c:v>5660.7472868217055</c:v>
                </c:pt>
                <c:pt idx="9">
                  <c:v>5757.8057014253563</c:v>
                </c:pt>
                <c:pt idx="10">
                  <c:v>6113.878294573643</c:v>
                </c:pt>
                <c:pt idx="11">
                  <c:v>7052.8207051762938</c:v>
                </c:pt>
                <c:pt idx="12">
                  <c:v>5761.9174793698421</c:v>
                </c:pt>
                <c:pt idx="13">
                  <c:v>6051.583887043189</c:v>
                </c:pt>
                <c:pt idx="14">
                  <c:v>6009.4388597149291</c:v>
                </c:pt>
                <c:pt idx="15">
                  <c:v>6121.4116279069767</c:v>
                </c:pt>
                <c:pt idx="16">
                  <c:v>6094.6639159789947</c:v>
                </c:pt>
                <c:pt idx="17">
                  <c:v>6092.5015503875966</c:v>
                </c:pt>
                <c:pt idx="18">
                  <c:v>6232.5813953488368</c:v>
                </c:pt>
                <c:pt idx="19">
                  <c:v>6005.9407351837963</c:v>
                </c:pt>
                <c:pt idx="20">
                  <c:v>5660.7472868217055</c:v>
                </c:pt>
                <c:pt idx="21">
                  <c:v>5757.8057014253563</c:v>
                </c:pt>
                <c:pt idx="22">
                  <c:v>6113.878294573643</c:v>
                </c:pt>
                <c:pt idx="23">
                  <c:v>7052.8207051762938</c:v>
                </c:pt>
                <c:pt idx="24">
                  <c:v>6375.9497374343582</c:v>
                </c:pt>
                <c:pt idx="25">
                  <c:v>6259.4700996677739</c:v>
                </c:pt>
                <c:pt idx="26">
                  <c:v>6528.1890472618152</c:v>
                </c:pt>
                <c:pt idx="27">
                  <c:v>6414.2627906976741</c:v>
                </c:pt>
                <c:pt idx="28">
                  <c:v>6111.1177794448613</c:v>
                </c:pt>
                <c:pt idx="29">
                  <c:v>6762.3465116279067</c:v>
                </c:pt>
                <c:pt idx="30">
                  <c:v>6894.7261815453867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7C7-4010-BB70-43A62AC422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5198336"/>
        <c:axId val="45200128"/>
      </c:lineChart>
      <c:catAx>
        <c:axId val="45198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200128"/>
        <c:crosses val="autoZero"/>
        <c:auto val="1"/>
        <c:lblAlgn val="ctr"/>
        <c:lblOffset val="100"/>
        <c:noMultiLvlLbl val="0"/>
      </c:catAx>
      <c:valAx>
        <c:axId val="45200128"/>
        <c:scaling>
          <c:orientation val="minMax"/>
          <c:max val="7500"/>
          <c:min val="250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198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0"/>
            <a:ext cx="2949841" cy="55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7" tIns="45995" rIns="91987" bIns="45995" numCol="1" anchor="t" anchorCtr="0" compatLnSpc="1">
            <a:prstTxWarp prst="textNoShape">
              <a:avLst/>
            </a:prstTxWarp>
          </a:bodyPr>
          <a:lstStyle>
            <a:lvl1pPr algn="l" defTabSz="920264" eaLnBrk="0" latinLnBrk="0" hangingPunct="0">
              <a:defRPr kumimoji="0" sz="1200" b="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5772" y="0"/>
            <a:ext cx="2949841" cy="55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7" tIns="45995" rIns="91987" bIns="45995" numCol="1" anchor="t" anchorCtr="0" compatLnSpc="1">
            <a:prstTxWarp prst="textNoShape">
              <a:avLst/>
            </a:prstTxWarp>
          </a:bodyPr>
          <a:lstStyle>
            <a:lvl1pPr algn="r" defTabSz="920264" eaLnBrk="0" latinLnBrk="0" hangingPunct="0">
              <a:defRPr kumimoji="0" sz="1200" b="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9387861"/>
            <a:ext cx="2949841" cy="55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7" tIns="45995" rIns="91987" bIns="45995" numCol="1" anchor="b" anchorCtr="0" compatLnSpc="1">
            <a:prstTxWarp prst="textNoShape">
              <a:avLst/>
            </a:prstTxWarp>
          </a:bodyPr>
          <a:lstStyle>
            <a:lvl1pPr algn="l" defTabSz="920264" eaLnBrk="0" latinLnBrk="0" hangingPunct="0">
              <a:defRPr kumimoji="0" sz="1200" b="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5772" y="9387861"/>
            <a:ext cx="2949841" cy="55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7" tIns="45995" rIns="91987" bIns="45995" numCol="1" anchor="b" anchorCtr="0" compatLnSpc="1">
            <a:prstTxWarp prst="textNoShape">
              <a:avLst/>
            </a:prstTxWarp>
          </a:bodyPr>
          <a:lstStyle>
            <a:lvl1pPr algn="r" defTabSz="920264" eaLnBrk="0" latinLnBrk="0" hangingPunct="0">
              <a:defRPr kumimoji="0" sz="1200" b="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fld id="{7B78441B-C506-4B2C-BAE1-4CFFC3FEF820}" type="slidenum">
              <a:rPr lang="ko-KR" altLang="en-US">
                <a:latin typeface="맑은 고딕" pitchFamily="50" charset="-127"/>
                <a:ea typeface="맑은 고딕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114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4"/>
            <a:ext cx="2949841" cy="495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7" tIns="45995" rIns="91987" bIns="45995" numCol="1" anchor="t" anchorCtr="0" compatLnSpc="1">
            <a:prstTxWarp prst="textNoShape">
              <a:avLst/>
            </a:prstTxWarp>
          </a:bodyPr>
          <a:lstStyle>
            <a:lvl1pPr algn="l" defTabSz="920264" eaLnBrk="0" latinLnBrk="0" hangingPunct="0">
              <a:defRPr kumimoji="0" sz="12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185" y="4"/>
            <a:ext cx="2949841" cy="495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7" tIns="45995" rIns="91987" bIns="45995" numCol="1" anchor="t" anchorCtr="0" compatLnSpc="1">
            <a:prstTxWarp prst="textNoShape">
              <a:avLst/>
            </a:prstTxWarp>
          </a:bodyPr>
          <a:lstStyle>
            <a:lvl1pPr algn="r" defTabSz="920264" eaLnBrk="0" latinLnBrk="0" hangingPunct="0">
              <a:defRPr kumimoji="0" sz="12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80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7713"/>
            <a:ext cx="5380037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44" y="4720158"/>
            <a:ext cx="5445126" cy="447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7" tIns="45995" rIns="91987" bIns="459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441899"/>
            <a:ext cx="2949841" cy="495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7" tIns="45995" rIns="91987" bIns="45995" numCol="1" anchor="b" anchorCtr="0" compatLnSpc="1">
            <a:prstTxWarp prst="textNoShape">
              <a:avLst/>
            </a:prstTxWarp>
          </a:bodyPr>
          <a:lstStyle>
            <a:lvl1pPr algn="l" defTabSz="920264" eaLnBrk="0" latinLnBrk="0" hangingPunct="0">
              <a:defRPr kumimoji="0" sz="12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185" y="9441899"/>
            <a:ext cx="2949841" cy="495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7" tIns="45995" rIns="91987" bIns="45995" numCol="1" anchor="b" anchorCtr="0" compatLnSpc="1">
            <a:prstTxWarp prst="textNoShape">
              <a:avLst/>
            </a:prstTxWarp>
          </a:bodyPr>
          <a:lstStyle>
            <a:lvl1pPr algn="r" defTabSz="920264" eaLnBrk="0" latinLnBrk="0" hangingPunct="0">
              <a:defRPr kumimoji="0" sz="12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2E5D7141-9D0F-4C0F-BB9C-52C95D7FCD50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367733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6405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산돌고딕 M" pitchFamily="18" charset="-127"/>
              </a:defRPr>
            </a:lvl1pPr>
            <a:lvl2pPr marL="743287" indent="-285880" algn="ctr" defTabSz="916405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산돌고딕 M" pitchFamily="18" charset="-127"/>
              </a:defRPr>
            </a:lvl2pPr>
            <a:lvl3pPr marL="1143518" indent="-228704" algn="ctr" defTabSz="916405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산돌고딕 M" pitchFamily="18" charset="-127"/>
              </a:defRPr>
            </a:lvl3pPr>
            <a:lvl4pPr marL="1600926" indent="-228704" algn="ctr" defTabSz="916405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산돌고딕 M" pitchFamily="18" charset="-127"/>
              </a:defRPr>
            </a:lvl4pPr>
            <a:lvl5pPr marL="2058335" indent="-228704" algn="ctr" defTabSz="916405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산돌고딕 M" pitchFamily="18" charset="-127"/>
              </a:defRPr>
            </a:lvl5pPr>
            <a:lvl6pPr marL="2515740" indent="-228704" algn="ctr" defTabSz="916405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산돌고딕 M" pitchFamily="18" charset="-127"/>
              </a:defRPr>
            </a:lvl6pPr>
            <a:lvl7pPr marL="2973148" indent="-228704" algn="ctr" defTabSz="916405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산돌고딕 M" pitchFamily="18" charset="-127"/>
              </a:defRPr>
            </a:lvl7pPr>
            <a:lvl8pPr marL="3430554" indent="-228704" algn="ctr" defTabSz="916405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산돌고딕 M" pitchFamily="18" charset="-127"/>
              </a:defRPr>
            </a:lvl8pPr>
            <a:lvl9pPr marL="3887963" indent="-228704" algn="ctr" defTabSz="916405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산돌고딕 M" pitchFamily="18" charset="-127"/>
              </a:defRPr>
            </a:lvl9pPr>
          </a:lstStyle>
          <a:p>
            <a:pPr algn="r"/>
            <a:fld id="{EDC498B7-8D3D-4F2C-B61D-5CF7C690828C}" type="slidenum">
              <a:rPr kumimoji="0" lang="ko-KR" altLang="en-US" sz="1200" b="0">
                <a:solidFill>
                  <a:prstClr val="black"/>
                </a:solidFill>
                <a:latin typeface="맑은 고딕" pitchFamily="50" charset="-127"/>
                <a:ea typeface="MS PGothic" pitchFamily="34" charset="-128"/>
              </a:rPr>
              <a:pPr algn="r"/>
              <a:t>0</a:t>
            </a:fld>
            <a:endParaRPr kumimoji="0" lang="en-US" altLang="ko-KR" sz="1200" b="0" dirty="0">
              <a:solidFill>
                <a:prstClr val="black"/>
              </a:solidFill>
              <a:latin typeface="맑은 고딕" pitchFamily="50" charset="-127"/>
              <a:ea typeface="MS PGothic" pitchFamily="34" charset="-128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6387" cy="3729037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0249" y="4720165"/>
            <a:ext cx="5445125" cy="447381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9093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19163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19163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19163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19163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D973AD27-ED6D-4678-A6B9-B6290EC8C1C3}" type="slidenum">
              <a:rPr kumimoji="0" lang="ko-KR" altLang="en-US" sz="1200" b="0" smtClean="0">
                <a:solidFill>
                  <a:schemeClr val="tx1"/>
                </a:solidFill>
                <a:ea typeface="MS PGothic" pitchFamily="34" charset="-128"/>
              </a:rPr>
              <a:pPr/>
              <a:t>1</a:t>
            </a:fld>
            <a:endParaRPr kumimoji="0" lang="en-US" altLang="ko-KR" sz="1200" b="0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ko-KR" dirty="0"/>
              <a:t>Don’t </a:t>
            </a:r>
            <a:r>
              <a:rPr lang="en-GB" altLang="ko-KR"/>
              <a:t>have to follow 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5418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19163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19163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19163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19163" eaLnBrk="0" hangingPunct="0"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D973AD27-ED6D-4678-A6B9-B6290EC8C1C3}" type="slidenum">
              <a:rPr kumimoji="0" lang="ko-KR" altLang="en-US" sz="1200" b="0" smtClean="0">
                <a:solidFill>
                  <a:schemeClr val="tx1"/>
                </a:solidFill>
                <a:ea typeface="MS PGothic" pitchFamily="34" charset="-128"/>
              </a:rPr>
              <a:pPr/>
              <a:t>2</a:t>
            </a:fld>
            <a:endParaRPr kumimoji="0" lang="en-US" altLang="ko-KR" sz="1200" b="0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68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sz="1200" b="0" dirty="0">
              <a:cs typeface="Arial" panose="020B060402020202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5D7141-9D0F-4C0F-BB9C-52C95D7FCD50}" type="slidenum">
              <a:rPr lang="ko-KR" altLang="en-US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60989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5D7141-9D0F-4C0F-BB9C-52C95D7FCD50}" type="slidenum">
              <a:rPr lang="ko-KR" altLang="en-US" smtClean="0"/>
              <a:pPr>
                <a:defRPr/>
              </a:pPr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69506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_왼쪽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783012" y="3158157"/>
            <a:ext cx="5895975" cy="541687"/>
          </a:xfrm>
        </p:spPr>
        <p:txBody>
          <a:bodyPr anchor="ctr"/>
          <a:lstStyle>
            <a:lvl1pPr algn="l">
              <a:defRPr sz="3200" baseline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783012" y="5310578"/>
            <a:ext cx="5895975" cy="295466"/>
          </a:xfrm>
        </p:spPr>
        <p:txBody>
          <a:bodyPr anchor="ctr"/>
          <a:lstStyle>
            <a:lvl1pPr marL="0" indent="0" algn="l">
              <a:buNone/>
              <a:defRPr sz="1600" b="1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933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3534757" y="1"/>
            <a:ext cx="6371243" cy="360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 userDrawn="1"/>
        </p:nvSpPr>
        <p:spPr bwMode="gray">
          <a:xfrm>
            <a:off x="3534757" y="1"/>
            <a:ext cx="6371243" cy="3609019"/>
          </a:xfrm>
          <a:prstGeom prst="rect">
            <a:avLst/>
          </a:prstGeom>
          <a:solidFill>
            <a:schemeClr val="bg1">
              <a:alpha val="8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03513" y="3158157"/>
            <a:ext cx="6975475" cy="541687"/>
          </a:xfrm>
        </p:spPr>
        <p:txBody>
          <a:bodyPr anchor="ctr"/>
          <a:lstStyle>
            <a:lvl1pPr algn="l">
              <a:defRPr sz="3200" baseline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03513" y="5310578"/>
            <a:ext cx="6975475" cy="295466"/>
          </a:xfrm>
        </p:spPr>
        <p:txBody>
          <a:bodyPr anchor="ctr"/>
          <a:lstStyle>
            <a:lvl1pPr marL="0" indent="0" algn="l">
              <a:buNone/>
              <a:defRPr sz="1600" b="1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64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_상단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3534757" y="1"/>
            <a:ext cx="6371243" cy="360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 userDrawn="1"/>
        </p:nvSpPr>
        <p:spPr bwMode="gray">
          <a:xfrm>
            <a:off x="3534757" y="1"/>
            <a:ext cx="6371243" cy="3609019"/>
          </a:xfrm>
          <a:prstGeom prst="rect">
            <a:avLst/>
          </a:prstGeom>
          <a:solidFill>
            <a:schemeClr val="bg1">
              <a:alpha val="8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03513" y="3564015"/>
            <a:ext cx="6975475" cy="541687"/>
          </a:xfrm>
        </p:spPr>
        <p:txBody>
          <a:bodyPr/>
          <a:lstStyle>
            <a:lvl1pPr algn="l">
              <a:defRPr sz="3200" baseline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03513" y="5310578"/>
            <a:ext cx="6975475" cy="295466"/>
          </a:xfrm>
        </p:spPr>
        <p:txBody>
          <a:bodyPr anchor="ctr"/>
          <a:lstStyle>
            <a:lvl1pPr marL="0" indent="0" algn="l">
              <a:buNone/>
              <a:defRPr sz="1600" b="1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6479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_왼쪽정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3534757" y="1"/>
            <a:ext cx="6371243" cy="360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 userDrawn="1"/>
        </p:nvSpPr>
        <p:spPr bwMode="gray">
          <a:xfrm>
            <a:off x="3534757" y="1"/>
            <a:ext cx="6371243" cy="3609019"/>
          </a:xfrm>
          <a:prstGeom prst="rect">
            <a:avLst/>
          </a:prstGeom>
          <a:solidFill>
            <a:schemeClr val="bg1">
              <a:alpha val="8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541687"/>
          </a:xfrm>
        </p:spPr>
        <p:txBody>
          <a:bodyPr/>
          <a:lstStyle>
            <a:lvl1pPr algn="l">
              <a:defRPr sz="3200" b="1" cap="all" baseline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4" name="부제목 2"/>
          <p:cNvSpPr>
            <a:spLocks noGrp="1"/>
          </p:cNvSpPr>
          <p:nvPr>
            <p:ph type="subTitle" idx="10"/>
          </p:nvPr>
        </p:nvSpPr>
        <p:spPr>
          <a:xfrm>
            <a:off x="782638" y="5993432"/>
            <a:ext cx="6975475" cy="295466"/>
          </a:xfrm>
        </p:spPr>
        <p:txBody>
          <a:bodyPr anchor="ctr"/>
          <a:lstStyle>
            <a:lvl1pPr marL="0" indent="0" algn="l">
              <a:buNone/>
              <a:defRPr sz="1600" b="1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341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 정가운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0"/>
          <p:cNvSpPr>
            <a:spLocks noChangeArrowheads="1"/>
          </p:cNvSpPr>
          <p:nvPr userDrawn="1"/>
        </p:nvSpPr>
        <p:spPr bwMode="auto">
          <a:xfrm>
            <a:off x="0" y="0"/>
            <a:ext cx="9906000" cy="2349500"/>
          </a:xfrm>
          <a:prstGeom prst="rect">
            <a:avLst/>
          </a:prstGeom>
          <a:gradFill>
            <a:gsLst>
              <a:gs pos="0">
                <a:schemeClr val="tx2">
                  <a:lumMod val="15000"/>
                  <a:lumOff val="85000"/>
                </a:schemeClr>
              </a:gs>
              <a:gs pos="59000">
                <a:schemeClr val="bg1"/>
              </a:gs>
              <a:gs pos="33000">
                <a:schemeClr val="accent2">
                  <a:lumMod val="10000"/>
                  <a:lumOff val="90000"/>
                </a:schemeClr>
              </a:gs>
            </a:gsLst>
            <a:lin ang="5400000" scaled="0"/>
          </a:gradFill>
          <a:ln w="19050" algn="ctr">
            <a:noFill/>
            <a:miter lim="800000"/>
            <a:headEnd/>
            <a:tailEnd/>
          </a:ln>
        </p:spPr>
        <p:txBody>
          <a:bodyPr rot="10800000" vert="eaVert" wrap="none" lIns="468000" tIns="36000" rIns="0" bIns="36000" anchor="ctr"/>
          <a:lstStyle/>
          <a:p>
            <a:pPr algn="ctr">
              <a:lnSpc>
                <a:spcPct val="110000"/>
              </a:lnSpc>
              <a:spcBef>
                <a:spcPts val="300"/>
              </a:spcBef>
              <a:defRPr/>
            </a:pP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1749" y="3056592"/>
            <a:ext cx="8991814" cy="744819"/>
          </a:xfrm>
        </p:spPr>
        <p:txBody>
          <a:bodyPr anchor="ctr"/>
          <a:lstStyle>
            <a:lvl1pPr algn="ctr">
              <a:lnSpc>
                <a:spcPct val="110000"/>
              </a:lnSpc>
              <a:spcBef>
                <a:spcPts val="300"/>
              </a:spcBef>
              <a:defRPr sz="4400" baseline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028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 가운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0"/>
          <p:cNvSpPr>
            <a:spLocks noChangeArrowheads="1"/>
          </p:cNvSpPr>
          <p:nvPr userDrawn="1"/>
        </p:nvSpPr>
        <p:spPr bwMode="auto">
          <a:xfrm>
            <a:off x="0" y="0"/>
            <a:ext cx="9906000" cy="2349500"/>
          </a:xfrm>
          <a:prstGeom prst="rect">
            <a:avLst/>
          </a:prstGeom>
          <a:gradFill>
            <a:gsLst>
              <a:gs pos="0">
                <a:schemeClr val="tx2">
                  <a:lumMod val="15000"/>
                  <a:lumOff val="85000"/>
                </a:schemeClr>
              </a:gs>
              <a:gs pos="59000">
                <a:schemeClr val="bg1"/>
              </a:gs>
              <a:gs pos="33000">
                <a:schemeClr val="accent2">
                  <a:lumMod val="10000"/>
                  <a:lumOff val="90000"/>
                </a:schemeClr>
              </a:gs>
            </a:gsLst>
            <a:lin ang="5400000" scaled="0"/>
          </a:gradFill>
          <a:ln w="19050" algn="ctr">
            <a:noFill/>
            <a:miter lim="800000"/>
            <a:headEnd/>
            <a:tailEnd/>
          </a:ln>
        </p:spPr>
        <p:txBody>
          <a:bodyPr rot="10800000" vert="eaVert" wrap="none" lIns="468000" tIns="36000" rIns="0" bIns="36000" anchor="ctr"/>
          <a:lstStyle/>
          <a:p>
            <a:pPr algn="ctr">
              <a:lnSpc>
                <a:spcPct val="110000"/>
              </a:lnSpc>
              <a:spcBef>
                <a:spcPts val="300"/>
              </a:spcBef>
              <a:defRPr/>
            </a:pP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1749" y="2599543"/>
            <a:ext cx="8991814" cy="744819"/>
          </a:xfrm>
        </p:spPr>
        <p:txBody>
          <a:bodyPr anchor="ctr"/>
          <a:lstStyle>
            <a:lvl1pPr algn="ctr">
              <a:lnSpc>
                <a:spcPct val="110000"/>
              </a:lnSpc>
              <a:spcBef>
                <a:spcPts val="300"/>
              </a:spcBef>
              <a:defRPr sz="4400" baseline="0"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0152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작은 제목 상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0"/>
          <p:cNvSpPr>
            <a:spLocks noChangeArrowheads="1"/>
          </p:cNvSpPr>
          <p:nvPr userDrawn="1"/>
        </p:nvSpPr>
        <p:spPr bwMode="auto">
          <a:xfrm>
            <a:off x="0" y="0"/>
            <a:ext cx="9906000" cy="2349500"/>
          </a:xfrm>
          <a:prstGeom prst="rect">
            <a:avLst/>
          </a:prstGeom>
          <a:gradFill>
            <a:gsLst>
              <a:gs pos="0">
                <a:schemeClr val="tx2">
                  <a:lumMod val="15000"/>
                  <a:lumOff val="85000"/>
                </a:schemeClr>
              </a:gs>
              <a:gs pos="59000">
                <a:schemeClr val="bg1"/>
              </a:gs>
              <a:gs pos="33000">
                <a:schemeClr val="accent2">
                  <a:lumMod val="10000"/>
                  <a:lumOff val="90000"/>
                </a:schemeClr>
              </a:gs>
            </a:gsLst>
            <a:lin ang="5400000" scaled="0"/>
          </a:gradFill>
          <a:ln w="19050" algn="ctr">
            <a:noFill/>
            <a:miter lim="800000"/>
            <a:headEnd/>
            <a:tailEnd/>
          </a:ln>
        </p:spPr>
        <p:txBody>
          <a:bodyPr rot="10800000" vert="eaVert" wrap="none" lIns="468000" tIns="36000" rIns="0" bIns="36000" anchor="ctr"/>
          <a:lstStyle/>
          <a:p>
            <a:pPr algn="ctr">
              <a:lnSpc>
                <a:spcPct val="110000"/>
              </a:lnSpc>
              <a:spcBef>
                <a:spcPts val="300"/>
              </a:spcBef>
              <a:defRPr/>
            </a:pP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3600" y="330913"/>
            <a:ext cx="8991814" cy="338554"/>
          </a:xfrm>
        </p:spPr>
        <p:txBody>
          <a:bodyPr/>
          <a:lstStyle>
            <a:lvl1pPr>
              <a:lnSpc>
                <a:spcPct val="110000"/>
              </a:lnSpc>
              <a:spcBef>
                <a:spcPts val="300"/>
              </a:spcBef>
              <a:defRPr baseline="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8420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2500" y="330913"/>
            <a:ext cx="8991814" cy="30777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2308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2438" y="1133475"/>
            <a:ext cx="9000000" cy="1254189"/>
          </a:xfrm>
        </p:spPr>
        <p:txBody>
          <a:bodyPr/>
          <a:lstStyle>
            <a:lvl1pPr eaLnBrk="1" hangingPunct="1">
              <a:lnSpc>
                <a:spcPct val="110000"/>
              </a:lnSpc>
              <a:spcBef>
                <a:spcPts val="300"/>
              </a:spcBef>
              <a:defRPr sz="1300">
                <a:latin typeface="맑은 고딕" pitchFamily="50" charset="-127"/>
                <a:ea typeface="맑은 고딕" pitchFamily="50" charset="-127"/>
              </a:defRPr>
            </a:lvl1pPr>
            <a:lvl2pPr marL="162000" eaLnBrk="1" hangingPunct="1">
              <a:lnSpc>
                <a:spcPct val="110000"/>
              </a:lnSpc>
              <a:spcBef>
                <a:spcPts val="300"/>
              </a:spcBef>
              <a:defRPr sz="1300">
                <a:latin typeface="맑은 고딕" pitchFamily="50" charset="-127"/>
                <a:ea typeface="맑은 고딕" pitchFamily="50" charset="-127"/>
              </a:defRPr>
            </a:lvl2pPr>
            <a:lvl3pPr marL="349200" eaLnBrk="1" hangingPunct="1">
              <a:lnSpc>
                <a:spcPct val="110000"/>
              </a:lnSpc>
              <a:spcBef>
                <a:spcPts val="300"/>
              </a:spcBef>
              <a:defRPr sz="1300">
                <a:latin typeface="맑은 고딕" pitchFamily="50" charset="-127"/>
                <a:ea typeface="맑은 고딕" pitchFamily="50" charset="-127"/>
              </a:defRPr>
            </a:lvl3pPr>
            <a:lvl4pPr marL="565200" indent="-198000" eaLnBrk="1" hangingPunct="1">
              <a:lnSpc>
                <a:spcPct val="110000"/>
              </a:lnSpc>
              <a:spcBef>
                <a:spcPts val="300"/>
              </a:spcBef>
              <a:buFont typeface="+mj-lt"/>
              <a:buAutoNum type="arabicParenR"/>
              <a:defRPr sz="1300">
                <a:latin typeface="맑은 고딕" pitchFamily="50" charset="-127"/>
                <a:ea typeface="맑은 고딕" pitchFamily="50" charset="-127"/>
              </a:defRPr>
            </a:lvl4pPr>
            <a:lvl5pPr marL="792000" indent="-223200" eaLnBrk="1" hangingPunct="1">
              <a:lnSpc>
                <a:spcPct val="110000"/>
              </a:lnSpc>
              <a:spcBef>
                <a:spcPts val="300"/>
              </a:spcBef>
              <a:buSzPct val="95000"/>
              <a:buFont typeface="+mj-ea"/>
              <a:buAutoNum type="circleNumDbPlain"/>
              <a:defRPr sz="13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1287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정가운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452438" y="2759586"/>
            <a:ext cx="9000000" cy="1338828"/>
          </a:xfrm>
        </p:spPr>
        <p:txBody>
          <a:bodyPr/>
          <a:lstStyle>
            <a:lvl1pPr algn="ctr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  <a:lvl2pPr marL="162000" algn="ctr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2pPr>
            <a:lvl3pPr marL="349200" algn="ctr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3pPr>
            <a:lvl4pPr marL="565200" indent="-198000" algn="ctr" eaLnBrk="1" hangingPunct="1">
              <a:lnSpc>
                <a:spcPct val="110000"/>
              </a:lnSpc>
              <a:spcBef>
                <a:spcPts val="300"/>
              </a:spcBef>
              <a:buFont typeface="+mj-lt"/>
              <a:buAutoNum type="arabicParenR"/>
              <a:defRPr>
                <a:latin typeface="맑은 고딕" pitchFamily="50" charset="-127"/>
                <a:ea typeface="맑은 고딕" pitchFamily="50" charset="-127"/>
              </a:defRPr>
            </a:lvl4pPr>
            <a:lvl5pPr marL="792000" indent="-223200" algn="ctr" eaLnBrk="1" hangingPunct="1">
              <a:lnSpc>
                <a:spcPct val="110000"/>
              </a:lnSpc>
              <a:spcBef>
                <a:spcPts val="300"/>
              </a:spcBef>
              <a:buSzPct val="95000"/>
              <a:buFont typeface="+mj-ea"/>
              <a:buAutoNum type="circleNumDbPlain"/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11068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가운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452438" y="2398095"/>
            <a:ext cx="9000000" cy="1338828"/>
          </a:xfrm>
        </p:spPr>
        <p:txBody>
          <a:bodyPr/>
          <a:lstStyle>
            <a:lvl1pPr algn="ctr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  <a:lvl2pPr marL="162000" algn="ctr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2pPr>
            <a:lvl3pPr marL="349200" algn="ctr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3pPr>
            <a:lvl4pPr marL="565200" indent="-198000" algn="ctr" eaLnBrk="1" hangingPunct="1">
              <a:lnSpc>
                <a:spcPct val="110000"/>
              </a:lnSpc>
              <a:spcBef>
                <a:spcPts val="300"/>
              </a:spcBef>
              <a:buFont typeface="+mj-lt"/>
              <a:buAutoNum type="arabicParenR"/>
              <a:defRPr>
                <a:latin typeface="맑은 고딕" pitchFamily="50" charset="-127"/>
                <a:ea typeface="맑은 고딕" pitchFamily="50" charset="-127"/>
              </a:defRPr>
            </a:lvl4pPr>
            <a:lvl5pPr marL="792000" indent="-223200" algn="ctr" eaLnBrk="1" hangingPunct="1">
              <a:lnSpc>
                <a:spcPct val="110000"/>
              </a:lnSpc>
              <a:spcBef>
                <a:spcPts val="300"/>
              </a:spcBef>
              <a:buSzPct val="95000"/>
              <a:buFont typeface="+mj-ea"/>
              <a:buAutoNum type="circleNumDbPlain"/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6912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0"/>
          </p:nvPr>
        </p:nvSpPr>
        <p:spPr>
          <a:xfrm>
            <a:off x="452438" y="1133475"/>
            <a:ext cx="4410552" cy="5130840"/>
          </a:xfrm>
        </p:spPr>
        <p:txBody>
          <a:bodyPr/>
          <a:lstStyle>
            <a:lvl1pPr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  <a:lvl2pPr marL="162000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2pPr>
            <a:lvl3pPr marL="349200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3pPr>
            <a:lvl4pPr marL="565200" indent="-198000" eaLnBrk="1" hangingPunct="1">
              <a:lnSpc>
                <a:spcPct val="110000"/>
              </a:lnSpc>
              <a:spcBef>
                <a:spcPts val="300"/>
              </a:spcBef>
              <a:buFont typeface="+mj-lt"/>
              <a:buAutoNum type="arabicParenR"/>
              <a:defRPr>
                <a:latin typeface="맑은 고딕" pitchFamily="50" charset="-127"/>
                <a:ea typeface="맑은 고딕" pitchFamily="50" charset="-127"/>
              </a:defRPr>
            </a:lvl4pPr>
            <a:lvl5pPr marL="792000" indent="-223200" eaLnBrk="1" hangingPunct="1">
              <a:lnSpc>
                <a:spcPct val="110000"/>
              </a:lnSpc>
              <a:spcBef>
                <a:spcPts val="300"/>
              </a:spcBef>
              <a:buSzPct val="95000"/>
              <a:buFont typeface="+mj-ea"/>
              <a:buAutoNum type="circleNumDbPlain"/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1"/>
          </p:nvPr>
        </p:nvSpPr>
        <p:spPr>
          <a:xfrm>
            <a:off x="5043010" y="1133475"/>
            <a:ext cx="4410552" cy="5130840"/>
          </a:xfrm>
        </p:spPr>
        <p:txBody>
          <a:bodyPr/>
          <a:lstStyle>
            <a:lvl1pPr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  <a:lvl2pPr marL="162000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2pPr>
            <a:lvl3pPr marL="349200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3pPr>
            <a:lvl4pPr marL="565200" indent="-198000" eaLnBrk="1" hangingPunct="1">
              <a:lnSpc>
                <a:spcPct val="110000"/>
              </a:lnSpc>
              <a:spcBef>
                <a:spcPts val="300"/>
              </a:spcBef>
              <a:buFont typeface="+mj-lt"/>
              <a:buAutoNum type="arabicParenR"/>
              <a:defRPr>
                <a:latin typeface="맑은 고딕" pitchFamily="50" charset="-127"/>
                <a:ea typeface="맑은 고딕" pitchFamily="50" charset="-127"/>
              </a:defRPr>
            </a:lvl4pPr>
            <a:lvl5pPr marL="792000" indent="-223200" eaLnBrk="1" hangingPunct="1">
              <a:lnSpc>
                <a:spcPct val="110000"/>
              </a:lnSpc>
              <a:spcBef>
                <a:spcPts val="300"/>
              </a:spcBef>
              <a:buSzPct val="95000"/>
              <a:buFont typeface="+mj-ea"/>
              <a:buAutoNum type="circleNumDbPlain"/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79723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2438" y="330913"/>
            <a:ext cx="9001125" cy="338554"/>
          </a:xfrm>
        </p:spPr>
        <p:txBody>
          <a:bodyPr/>
          <a:lstStyle>
            <a:lvl1pPr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2438" y="1526827"/>
            <a:ext cx="4376738" cy="236988"/>
          </a:xfr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400" b="0"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75238" y="1526827"/>
            <a:ext cx="4378325" cy="236988"/>
          </a:xfr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400" b="0"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7" name="내용 개체 틀 2"/>
          <p:cNvSpPr>
            <a:spLocks noGrp="1"/>
          </p:cNvSpPr>
          <p:nvPr>
            <p:ph idx="10"/>
          </p:nvPr>
        </p:nvSpPr>
        <p:spPr>
          <a:xfrm>
            <a:off x="452438" y="1853825"/>
            <a:ext cx="4365547" cy="4410490"/>
          </a:xfrm>
        </p:spPr>
        <p:txBody>
          <a:bodyPr/>
          <a:lstStyle>
            <a:lvl1pPr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  <a:lvl2pPr marL="162000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2pPr>
            <a:lvl3pPr marL="349200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3pPr>
            <a:lvl4pPr marL="565200" indent="-198000" eaLnBrk="1" hangingPunct="1">
              <a:lnSpc>
                <a:spcPct val="110000"/>
              </a:lnSpc>
              <a:spcBef>
                <a:spcPts val="300"/>
              </a:spcBef>
              <a:buFont typeface="+mj-lt"/>
              <a:buAutoNum type="arabicParenR"/>
              <a:defRPr>
                <a:latin typeface="맑은 고딕" pitchFamily="50" charset="-127"/>
                <a:ea typeface="맑은 고딕" pitchFamily="50" charset="-127"/>
              </a:defRPr>
            </a:lvl4pPr>
            <a:lvl5pPr marL="792000" indent="-223200" eaLnBrk="1" hangingPunct="1">
              <a:lnSpc>
                <a:spcPct val="110000"/>
              </a:lnSpc>
              <a:spcBef>
                <a:spcPts val="300"/>
              </a:spcBef>
              <a:buSzPct val="95000"/>
              <a:buFont typeface="+mj-ea"/>
              <a:buAutoNum type="circleNumDbPlain"/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1"/>
          </p:nvPr>
        </p:nvSpPr>
        <p:spPr>
          <a:xfrm>
            <a:off x="5088015" y="1853825"/>
            <a:ext cx="4365547" cy="4410490"/>
          </a:xfrm>
        </p:spPr>
        <p:txBody>
          <a:bodyPr/>
          <a:lstStyle>
            <a:lvl1pPr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  <a:lvl2pPr marL="162000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2pPr>
            <a:lvl3pPr marL="349200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3pPr>
            <a:lvl4pPr marL="565200" indent="-198000" eaLnBrk="1" hangingPunct="1">
              <a:lnSpc>
                <a:spcPct val="110000"/>
              </a:lnSpc>
              <a:spcBef>
                <a:spcPts val="300"/>
              </a:spcBef>
              <a:buFont typeface="+mj-lt"/>
              <a:buAutoNum type="arabicParenR"/>
              <a:defRPr>
                <a:latin typeface="맑은 고딕" pitchFamily="50" charset="-127"/>
                <a:ea typeface="맑은 고딕" pitchFamily="50" charset="-127"/>
              </a:defRPr>
            </a:lvl4pPr>
            <a:lvl5pPr marL="792000" indent="-223200" eaLnBrk="1" hangingPunct="1">
              <a:lnSpc>
                <a:spcPct val="110000"/>
              </a:lnSpc>
              <a:spcBef>
                <a:spcPts val="300"/>
              </a:spcBef>
              <a:buSzPct val="95000"/>
              <a:buFont typeface="+mj-ea"/>
              <a:buAutoNum type="circleNumDbPlain"/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63712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2438" y="1110226"/>
            <a:ext cx="3303588" cy="338554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300"/>
              </a:spcBef>
              <a:defRPr sz="2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2438" y="1538789"/>
            <a:ext cx="3302000" cy="4725485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400"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0"/>
          </p:nvPr>
        </p:nvSpPr>
        <p:spPr>
          <a:xfrm>
            <a:off x="3872880" y="368660"/>
            <a:ext cx="5580620" cy="5895655"/>
          </a:xfrm>
        </p:spPr>
        <p:txBody>
          <a:bodyPr/>
          <a:lstStyle>
            <a:lvl1pPr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1pPr>
            <a:lvl2pPr marL="162000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2pPr>
            <a:lvl3pPr marL="349200" eaLnBrk="1" hangingPunct="1">
              <a:lnSpc>
                <a:spcPct val="110000"/>
              </a:lnSpc>
              <a:spcBef>
                <a:spcPts val="300"/>
              </a:spcBef>
              <a:defRPr>
                <a:latin typeface="맑은 고딕" pitchFamily="50" charset="-127"/>
                <a:ea typeface="맑은 고딕" pitchFamily="50" charset="-127"/>
              </a:defRPr>
            </a:lvl3pPr>
            <a:lvl4pPr marL="565200" indent="-198000" eaLnBrk="1" hangingPunct="1">
              <a:lnSpc>
                <a:spcPct val="110000"/>
              </a:lnSpc>
              <a:spcBef>
                <a:spcPts val="300"/>
              </a:spcBef>
              <a:buFont typeface="+mj-lt"/>
              <a:buAutoNum type="arabicParenR"/>
              <a:defRPr>
                <a:latin typeface="맑은 고딕" pitchFamily="50" charset="-127"/>
                <a:ea typeface="맑은 고딕" pitchFamily="50" charset="-127"/>
              </a:defRPr>
            </a:lvl4pPr>
            <a:lvl5pPr marL="792000" indent="-223200" eaLnBrk="1" hangingPunct="1">
              <a:lnSpc>
                <a:spcPct val="110000"/>
              </a:lnSpc>
              <a:spcBef>
                <a:spcPts val="300"/>
              </a:spcBef>
              <a:buSzPct val="95000"/>
              <a:buFont typeface="+mj-ea"/>
              <a:buAutoNum type="circleNumDbPlain"/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47957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86546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88950" y="333375"/>
            <a:ext cx="8786813" cy="2746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88950" y="1131888"/>
            <a:ext cx="8786813" cy="212725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681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2438" y="330715"/>
            <a:ext cx="89995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4025" y="1133475"/>
            <a:ext cx="8999538" cy="2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029" name="Working Draft" hidden="1"/>
          <p:cNvSpPr txBox="1">
            <a:spLocks noChangeArrowheads="1"/>
          </p:cNvSpPr>
          <p:nvPr/>
        </p:nvSpPr>
        <p:spPr bwMode="auto">
          <a:xfrm rot="5400000">
            <a:off x="8946357" y="2774156"/>
            <a:ext cx="1766888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1pPr>
            <a:lvl2pPr marL="742950" indent="-28575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2pPr>
            <a:lvl3pPr marL="11430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3pPr>
            <a:lvl4pPr marL="16002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4pPr>
            <a:lvl5pPr marL="20574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5pPr>
            <a:lvl6pPr marL="25146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6pPr>
            <a:lvl7pPr marL="29718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7pPr>
            <a:lvl8pPr marL="34290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8pPr>
            <a:lvl9pPr marL="38862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600" b="0" dirty="0">
                <a:solidFill>
                  <a:schemeClr val="tx1"/>
                </a:solidFill>
                <a:ea typeface="맑은 고딕" pitchFamily="50" charset="-127"/>
              </a:rPr>
              <a:t>Working Draft - Last Modified 7/20/2005 3:32:51 PM</a:t>
            </a:r>
          </a:p>
        </p:txBody>
      </p:sp>
      <p:sp>
        <p:nvSpPr>
          <p:cNvPr id="1030" name="Printed" hidden="1"/>
          <p:cNvSpPr txBox="1">
            <a:spLocks noChangeArrowheads="1"/>
          </p:cNvSpPr>
          <p:nvPr/>
        </p:nvSpPr>
        <p:spPr bwMode="auto">
          <a:xfrm rot="5400000">
            <a:off x="9709944" y="3925094"/>
            <a:ext cx="246063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1pPr>
            <a:lvl2pPr marL="742950" indent="-28575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2pPr>
            <a:lvl3pPr marL="11430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3pPr>
            <a:lvl4pPr marL="16002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4pPr>
            <a:lvl5pPr marL="20574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5pPr>
            <a:lvl6pPr marL="25146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6pPr>
            <a:lvl7pPr marL="29718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7pPr>
            <a:lvl8pPr marL="34290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8pPr>
            <a:lvl9pPr marL="38862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600" b="0" dirty="0">
                <a:solidFill>
                  <a:schemeClr val="tx1"/>
                </a:solidFill>
                <a:ea typeface="맑은 고딕" pitchFamily="50" charset="-127"/>
              </a:rPr>
              <a:t>Printed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2" r:id="rId7"/>
  </p:sldLayoutIdLst>
  <p:hf hdr="0" ftr="0" dt="0"/>
  <p:txStyles>
    <p:titleStyle>
      <a:lvl1pPr algn="l" defTabSz="180000" rtl="0" eaLnBrk="1" fontAlgn="base" latinLnBrk="1" hangingPunct="1">
        <a:lnSpc>
          <a:spcPct val="110000"/>
        </a:lnSpc>
        <a:spcBef>
          <a:spcPts val="300"/>
        </a:spcBef>
        <a:spcAft>
          <a:spcPct val="0"/>
        </a:spcAft>
        <a:tabLst>
          <a:tab pos="180000" algn="l"/>
        </a:tabLst>
        <a:defRPr kumimoji="1" sz="2000" b="1" spc="0" baseline="0">
          <a:solidFill>
            <a:schemeClr val="tx2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defTabSz="957263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Arial" charset="0"/>
          <a:ea typeface="맑은 고딕" pitchFamily="50" charset="-127"/>
        </a:defRPr>
      </a:lvl2pPr>
      <a:lvl3pPr algn="l" defTabSz="957263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Arial" charset="0"/>
          <a:ea typeface="맑은 고딕" pitchFamily="50" charset="-127"/>
        </a:defRPr>
      </a:lvl3pPr>
      <a:lvl4pPr algn="l" defTabSz="957263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Arial" charset="0"/>
          <a:ea typeface="맑은 고딕" pitchFamily="50" charset="-127"/>
        </a:defRPr>
      </a:lvl4pPr>
      <a:lvl5pPr algn="l" defTabSz="957263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Arial" charset="0"/>
          <a:ea typeface="맑은 고딕" pitchFamily="50" charset="-127"/>
        </a:defRPr>
      </a:lvl5pPr>
      <a:lvl6pPr marL="457200" algn="l" defTabSz="957263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산돌고딕 M" pitchFamily="18" charset="-127"/>
        </a:defRPr>
      </a:lvl6pPr>
      <a:lvl7pPr marL="914400" algn="l" defTabSz="957263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산돌고딕 M" pitchFamily="18" charset="-127"/>
        </a:defRPr>
      </a:lvl7pPr>
      <a:lvl8pPr marL="1371600" algn="l" defTabSz="957263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산돌고딕 M" pitchFamily="18" charset="-127"/>
        </a:defRPr>
      </a:lvl8pPr>
      <a:lvl9pPr marL="1828800" algn="l" defTabSz="957263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산돌고딕 M" pitchFamily="18" charset="-127"/>
        </a:defRPr>
      </a:lvl9pPr>
    </p:titleStyle>
    <p:bodyStyle>
      <a:lvl1pPr marL="342900" indent="-342900" algn="l" defTabSz="180000" rtl="0" eaLnBrk="1" fontAlgn="base" latinLnBrk="1" hangingPunct="1">
        <a:lnSpc>
          <a:spcPct val="110000"/>
        </a:lnSpc>
        <a:spcBef>
          <a:spcPts val="300"/>
        </a:spcBef>
        <a:spcAft>
          <a:spcPct val="0"/>
        </a:spcAft>
        <a:buSzPct val="120000"/>
        <a:tabLst>
          <a:tab pos="180000" algn="l"/>
        </a:tabLst>
        <a:defRPr kumimoji="1" sz="1400" baseline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165100" indent="-163513" algn="l" defTabSz="1023938" rtl="0" eaLnBrk="1" fontAlgn="base" latinLnBrk="1" hangingPunct="1">
        <a:spcBef>
          <a:spcPct val="0"/>
        </a:spcBef>
        <a:spcAft>
          <a:spcPct val="0"/>
        </a:spcAft>
        <a:buSzPct val="120000"/>
        <a:buChar char="•"/>
        <a:defRPr kumimoji="1" sz="1400">
          <a:solidFill>
            <a:schemeClr val="tx1"/>
          </a:solidFill>
          <a:latin typeface="+mn-lt"/>
          <a:ea typeface="+mn-ea"/>
        </a:defRPr>
      </a:lvl2pPr>
      <a:lvl3pPr marL="338138" indent="-171450" algn="l" defTabSz="1023938" rtl="0" eaLnBrk="1" fontAlgn="base" latinLnBrk="1" hangingPunct="1">
        <a:spcBef>
          <a:spcPct val="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3pPr>
      <a:lvl4pPr marL="493713" indent="-153988" algn="l" defTabSz="1023938" rtl="0" eaLnBrk="1" fontAlgn="base" latinLnBrk="1" hangingPunct="1">
        <a:spcBef>
          <a:spcPct val="0"/>
        </a:spcBef>
        <a:spcAft>
          <a:spcPct val="0"/>
        </a:spcAft>
        <a:buSzPct val="89000"/>
        <a:buChar char="•"/>
        <a:defRPr kumimoji="1" sz="1400">
          <a:solidFill>
            <a:schemeClr val="tx1"/>
          </a:solidFill>
          <a:latin typeface="+mn-lt"/>
          <a:ea typeface="+mn-ea"/>
        </a:defRPr>
      </a:lvl4pPr>
      <a:lvl5pPr marL="665163" indent="-169863" algn="l" defTabSz="1023938" rtl="0" eaLnBrk="1" fontAlgn="base" latinLnBrk="1" hangingPunct="1">
        <a:spcBef>
          <a:spcPct val="0"/>
        </a:spcBef>
        <a:spcAft>
          <a:spcPct val="0"/>
        </a:spcAft>
        <a:buSzPct val="75000"/>
        <a:buChar char="–"/>
        <a:defRPr kumimoji="1" sz="1400">
          <a:solidFill>
            <a:schemeClr val="tx1"/>
          </a:solidFill>
          <a:latin typeface="+mn-lt"/>
          <a:ea typeface="+mn-ea"/>
        </a:defRPr>
      </a:lvl5pPr>
      <a:lvl6pPr marL="1122363" indent="-169863" algn="l" defTabSz="1023938" rtl="0" eaLnBrk="1" fontAlgn="base" latinLnBrk="1" hangingPunct="1">
        <a:spcBef>
          <a:spcPct val="0"/>
        </a:spcBef>
        <a:spcAft>
          <a:spcPct val="0"/>
        </a:spcAft>
        <a:buSzPct val="75000"/>
        <a:buChar char="–"/>
        <a:defRPr kumimoji="1" sz="1400">
          <a:solidFill>
            <a:schemeClr val="tx1"/>
          </a:solidFill>
          <a:latin typeface="+mn-lt"/>
          <a:ea typeface="+mn-ea"/>
        </a:defRPr>
      </a:lvl6pPr>
      <a:lvl7pPr marL="1579563" indent="-169863" algn="l" defTabSz="1023938" rtl="0" eaLnBrk="1" fontAlgn="base" latinLnBrk="1" hangingPunct="1">
        <a:spcBef>
          <a:spcPct val="0"/>
        </a:spcBef>
        <a:spcAft>
          <a:spcPct val="0"/>
        </a:spcAft>
        <a:buSzPct val="75000"/>
        <a:buChar char="–"/>
        <a:defRPr kumimoji="1" sz="1400">
          <a:solidFill>
            <a:schemeClr val="tx1"/>
          </a:solidFill>
          <a:latin typeface="+mn-lt"/>
          <a:ea typeface="+mn-ea"/>
        </a:defRPr>
      </a:lvl7pPr>
      <a:lvl8pPr marL="2036763" indent="-169863" algn="l" defTabSz="1023938" rtl="0" eaLnBrk="1" fontAlgn="base" latinLnBrk="1" hangingPunct="1">
        <a:spcBef>
          <a:spcPct val="0"/>
        </a:spcBef>
        <a:spcAft>
          <a:spcPct val="0"/>
        </a:spcAft>
        <a:buSzPct val="75000"/>
        <a:buChar char="–"/>
        <a:defRPr kumimoji="1" sz="1400">
          <a:solidFill>
            <a:schemeClr val="tx1"/>
          </a:solidFill>
          <a:latin typeface="+mn-lt"/>
          <a:ea typeface="+mn-ea"/>
        </a:defRPr>
      </a:lvl8pPr>
      <a:lvl9pPr marL="2493963" indent="-169863" algn="l" defTabSz="1023938" rtl="0" eaLnBrk="1" fontAlgn="base" latinLnBrk="1" hangingPunct="1">
        <a:spcBef>
          <a:spcPct val="0"/>
        </a:spcBef>
        <a:spcAft>
          <a:spcPct val="0"/>
        </a:spcAft>
        <a:buSzPct val="75000"/>
        <a:buChar char="–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 hidden="1"/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68848089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60" imgH="360" progId="">
                  <p:embed/>
                </p:oleObj>
              </mc:Choice>
              <mc:Fallback>
                <p:oleObj name="think-cell Slide" r:id="rId12" imgW="360" imgH="360" progId="">
                  <p:embed/>
                  <p:pic>
                    <p:nvPicPr>
                      <p:cNvPr id="0" name="Picture 6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0"/>
          <p:cNvSpPr>
            <a:spLocks noChangeArrowheads="1"/>
          </p:cNvSpPr>
          <p:nvPr/>
        </p:nvSpPr>
        <p:spPr bwMode="auto">
          <a:xfrm>
            <a:off x="0" y="0"/>
            <a:ext cx="9906000" cy="2349500"/>
          </a:xfrm>
          <a:prstGeom prst="rect">
            <a:avLst/>
          </a:prstGeom>
          <a:gradFill>
            <a:gsLst>
              <a:gs pos="0">
                <a:schemeClr val="tx2">
                  <a:lumMod val="15000"/>
                  <a:lumOff val="85000"/>
                </a:schemeClr>
              </a:gs>
              <a:gs pos="59000">
                <a:schemeClr val="bg1"/>
              </a:gs>
              <a:gs pos="33000">
                <a:schemeClr val="accent2">
                  <a:lumMod val="10000"/>
                  <a:lumOff val="90000"/>
                </a:schemeClr>
              </a:gs>
            </a:gsLst>
            <a:lin ang="5400000" scaled="0"/>
          </a:gradFill>
          <a:ln w="19050" algn="ctr">
            <a:noFill/>
            <a:miter lim="800000"/>
            <a:headEnd/>
            <a:tailEnd/>
          </a:ln>
        </p:spPr>
        <p:txBody>
          <a:bodyPr rot="10800000" vert="eaVert" wrap="none" lIns="468000" tIns="36000" rIns="0" bIns="36000" anchor="ctr"/>
          <a:lstStyle/>
          <a:p>
            <a:pPr algn="ctr">
              <a:lnSpc>
                <a:spcPct val="110000"/>
              </a:lnSpc>
              <a:spcBef>
                <a:spcPts val="300"/>
              </a:spcBef>
              <a:defRPr/>
            </a:pP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2375" y="278463"/>
            <a:ext cx="9001125" cy="405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4025" y="1133475"/>
            <a:ext cx="8999538" cy="2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029" name="Working Draft" hidden="1"/>
          <p:cNvSpPr txBox="1">
            <a:spLocks noChangeArrowheads="1"/>
          </p:cNvSpPr>
          <p:nvPr/>
        </p:nvSpPr>
        <p:spPr bwMode="auto">
          <a:xfrm rot="5400000">
            <a:off x="8946357" y="2774156"/>
            <a:ext cx="1766888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1pPr>
            <a:lvl2pPr marL="742950" indent="-28575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2pPr>
            <a:lvl3pPr marL="11430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3pPr>
            <a:lvl4pPr marL="16002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4pPr>
            <a:lvl5pPr marL="20574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5pPr>
            <a:lvl6pPr marL="25146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6pPr>
            <a:lvl7pPr marL="29718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7pPr>
            <a:lvl8pPr marL="34290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8pPr>
            <a:lvl9pPr marL="38862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600" b="0" dirty="0">
                <a:solidFill>
                  <a:schemeClr val="tx1"/>
                </a:solidFill>
                <a:ea typeface="맑은 고딕" pitchFamily="50" charset="-127"/>
              </a:rPr>
              <a:t>Working Draft - Last Modified 7/20/2005 3:32:51 PM</a:t>
            </a:r>
          </a:p>
        </p:txBody>
      </p:sp>
      <p:sp>
        <p:nvSpPr>
          <p:cNvPr id="1030" name="Printed" hidden="1"/>
          <p:cNvSpPr txBox="1">
            <a:spLocks noChangeArrowheads="1"/>
          </p:cNvSpPr>
          <p:nvPr/>
        </p:nvSpPr>
        <p:spPr bwMode="auto">
          <a:xfrm rot="5400000">
            <a:off x="9709944" y="3925094"/>
            <a:ext cx="246063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1pPr>
            <a:lvl2pPr marL="742950" indent="-28575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2pPr>
            <a:lvl3pPr marL="11430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3pPr>
            <a:lvl4pPr marL="16002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4pPr>
            <a:lvl5pPr marL="2057400" indent="-228600" defTabSz="9779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5pPr>
            <a:lvl6pPr marL="25146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6pPr>
            <a:lvl7pPr marL="29718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7pPr>
            <a:lvl8pPr marL="34290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8pPr>
            <a:lvl9pPr marL="3886200" indent="-228600" algn="ctr" defTabSz="9779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600" b="0" dirty="0">
                <a:solidFill>
                  <a:schemeClr val="tx1"/>
                </a:solidFill>
                <a:ea typeface="맑은 고딕" pitchFamily="50" charset="-127"/>
              </a:rPr>
              <a:t>Printed</a:t>
            </a:r>
          </a:p>
        </p:txBody>
      </p:sp>
      <p:sp>
        <p:nvSpPr>
          <p:cNvPr id="2" name="Rectangle 50"/>
          <p:cNvSpPr>
            <a:spLocks noChangeArrowheads="1"/>
          </p:cNvSpPr>
          <p:nvPr/>
        </p:nvSpPr>
        <p:spPr bwMode="auto">
          <a:xfrm>
            <a:off x="227013" y="368661"/>
            <a:ext cx="76200" cy="300470"/>
          </a:xfrm>
          <a:prstGeom prst="rect">
            <a:avLst/>
          </a:prstGeom>
          <a:gradFill>
            <a:gsLst>
              <a:gs pos="0">
                <a:schemeClr val="tx2"/>
              </a:gs>
              <a:gs pos="91000">
                <a:schemeClr val="bg1">
                  <a:alpha val="0"/>
                </a:schemeClr>
              </a:gs>
            </a:gsLst>
            <a:lin ang="5400000" scaled="0"/>
          </a:gradFill>
          <a:ln w="19050" algn="ctr">
            <a:noFill/>
            <a:miter lim="800000"/>
            <a:headEnd/>
            <a:tailEnd/>
          </a:ln>
        </p:spPr>
        <p:txBody>
          <a:bodyPr rot="10800000" vert="eaVert" wrap="none" lIns="468000" tIns="36000" rIns="0" bIns="36000" anchor="ctr"/>
          <a:lstStyle/>
          <a:p>
            <a:pPr algn="ctr">
              <a:lnSpc>
                <a:spcPct val="110000"/>
              </a:lnSpc>
              <a:spcBef>
                <a:spcPts val="300"/>
              </a:spcBef>
              <a:defRPr/>
            </a:pP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57" name="TextBox 2"/>
          <p:cNvSpPr txBox="1">
            <a:spLocks noChangeArrowheads="1"/>
          </p:cNvSpPr>
          <p:nvPr/>
        </p:nvSpPr>
        <p:spPr bwMode="auto">
          <a:xfrm>
            <a:off x="9139238" y="6610350"/>
            <a:ext cx="5397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/>
          <a:lstStyle>
            <a:lvl1pPr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1pPr>
            <a:lvl2pPr marL="742950" indent="-28575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2pPr>
            <a:lvl3pPr marL="1143000" indent="-2286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3pPr>
            <a:lvl4pPr marL="1600200" indent="-2286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4pPr>
            <a:lvl5pPr marL="2057400" indent="-228600" eaLnBrk="0" hangingPunct="0"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2"/>
                </a:solidFill>
                <a:latin typeface="Arial" charset="0"/>
                <a:ea typeface="산돌고딕 M" pitchFamily="18" charset="-127"/>
              </a:defRPr>
            </a:lvl9pPr>
          </a:lstStyle>
          <a:p>
            <a:pPr algn="r" eaLnBrk="1" hangingPunct="1">
              <a:lnSpc>
                <a:spcPct val="110000"/>
              </a:lnSpc>
              <a:spcBef>
                <a:spcPts val="300"/>
              </a:spcBef>
              <a:defRPr/>
            </a:pPr>
            <a:fld id="{0473B687-3B64-4C06-ADE0-EF22AB37A6B5}" type="slidenum">
              <a:rPr lang="ko-KR" altLang="en-US" sz="1200" b="0" smtClean="0">
                <a:solidFill>
                  <a:schemeClr val="bg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 eaLnBrk="1" hangingPunct="1">
                <a:lnSpc>
                  <a:spcPct val="110000"/>
                </a:lnSpc>
                <a:spcBef>
                  <a:spcPts val="300"/>
                </a:spcBef>
                <a:defRPr/>
              </a:pPr>
              <a:t>‹#›</a:t>
            </a:fld>
            <a:endParaRPr lang="ko-KR" altLang="en-US" sz="1200" b="0" dirty="0">
              <a:solidFill>
                <a:schemeClr val="bg2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6" r:id="rId9"/>
  </p:sldLayoutIdLst>
  <p:hf hdr="0" ftr="0" dt="0"/>
  <p:txStyles>
    <p:titleStyle>
      <a:lvl1pPr algn="l" defTabSz="180000" rtl="0" eaLnBrk="1" fontAlgn="base" hangingPunct="1">
        <a:lnSpc>
          <a:spcPct val="110000"/>
        </a:lnSpc>
        <a:spcBef>
          <a:spcPts val="300"/>
        </a:spcBef>
        <a:spcAft>
          <a:spcPct val="0"/>
        </a:spcAft>
        <a:tabLst>
          <a:tab pos="180000" algn="l"/>
        </a:tabLst>
        <a:defRPr kumimoji="1" lang="en-US" altLang="ko-KR" sz="2600" b="1" spc="0" baseline="0" dirty="0" smtClean="0">
          <a:solidFill>
            <a:schemeClr val="tx2"/>
          </a:solidFill>
          <a:latin typeface="Arial" panose="020B0604020202020204" pitchFamily="34" charset="0"/>
          <a:ea typeface="맑은 고딕" pitchFamily="50" charset="-127"/>
          <a:cs typeface="Arial" panose="020B0604020202020204" pitchFamily="34" charset="0"/>
        </a:defRPr>
      </a:lvl1pPr>
      <a:lvl2pPr algn="l" defTabSz="957263" rtl="0" eaLnBrk="0" fontAlgn="base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defTabSz="957263" rtl="0" eaLnBrk="0" fontAlgn="base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defTabSz="957263" rtl="0" eaLnBrk="0" fontAlgn="base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defTabSz="957263" rtl="0" eaLnBrk="0" fontAlgn="base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defTabSz="957263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산돌고딕 M" pitchFamily="18" charset="-127"/>
        </a:defRPr>
      </a:lvl6pPr>
      <a:lvl7pPr marL="914400" algn="l" defTabSz="957263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산돌고딕 M" pitchFamily="18" charset="-127"/>
        </a:defRPr>
      </a:lvl7pPr>
      <a:lvl8pPr marL="1371600" algn="l" defTabSz="957263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산돌고딕 M" pitchFamily="18" charset="-127"/>
        </a:defRPr>
      </a:lvl8pPr>
      <a:lvl9pPr marL="1828800" algn="l" defTabSz="957263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산돌고딕 M" pitchFamily="18" charset="-127"/>
        </a:defRPr>
      </a:lvl9pPr>
    </p:titleStyle>
    <p:bodyStyle>
      <a:lvl1pPr marL="0" indent="0" algn="l" defTabSz="180000" rtl="0" eaLnBrk="1" fontAlgn="base" hangingPunct="1">
        <a:lnSpc>
          <a:spcPct val="110000"/>
        </a:lnSpc>
        <a:spcBef>
          <a:spcPts val="300"/>
        </a:spcBef>
        <a:spcAft>
          <a:spcPct val="0"/>
        </a:spcAft>
        <a:buSzPct val="120000"/>
        <a:tabLst>
          <a:tab pos="180000" algn="l"/>
        </a:tabLst>
        <a:defRPr kumimoji="1" lang="ko-KR" altLang="en-US" sz="1400" baseline="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165100" indent="-163513" algn="l" defTabSz="1023938" rtl="0" eaLnBrk="0" fontAlgn="base" hangingPunct="0">
        <a:spcBef>
          <a:spcPct val="0"/>
        </a:spcBef>
        <a:spcAft>
          <a:spcPct val="0"/>
        </a:spcAft>
        <a:buSzPct val="120000"/>
        <a:buChar char="•"/>
        <a:defRPr kumimoji="1" sz="1400">
          <a:solidFill>
            <a:schemeClr val="tx1"/>
          </a:solidFill>
          <a:latin typeface="+mn-lt"/>
          <a:ea typeface="+mn-ea"/>
        </a:defRPr>
      </a:lvl2pPr>
      <a:lvl3pPr marL="338138" indent="-171450" algn="l" defTabSz="1023938" rtl="0" eaLnBrk="0" fontAlgn="base" hangingPunct="0">
        <a:spcBef>
          <a:spcPct val="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3pPr>
      <a:lvl4pPr marL="493713" indent="-153988" algn="l" defTabSz="1023938" rtl="0" eaLnBrk="0" fontAlgn="base" hangingPunct="0">
        <a:spcBef>
          <a:spcPct val="0"/>
        </a:spcBef>
        <a:spcAft>
          <a:spcPct val="0"/>
        </a:spcAft>
        <a:buSzPct val="89000"/>
        <a:buChar char="•"/>
        <a:defRPr kumimoji="1" sz="1400">
          <a:solidFill>
            <a:schemeClr val="tx1"/>
          </a:solidFill>
          <a:latin typeface="+mn-lt"/>
          <a:ea typeface="+mn-ea"/>
        </a:defRPr>
      </a:lvl4pPr>
      <a:lvl5pPr marL="665163" indent="-169863" algn="l" defTabSz="1023938" rtl="0" eaLnBrk="0" fontAlgn="base" hangingPunct="0">
        <a:spcBef>
          <a:spcPct val="0"/>
        </a:spcBef>
        <a:spcAft>
          <a:spcPct val="0"/>
        </a:spcAft>
        <a:buSzPct val="75000"/>
        <a:buChar char="–"/>
        <a:defRPr kumimoji="1" sz="1400">
          <a:solidFill>
            <a:schemeClr val="tx1"/>
          </a:solidFill>
          <a:latin typeface="+mn-lt"/>
          <a:ea typeface="+mn-ea"/>
        </a:defRPr>
      </a:lvl5pPr>
      <a:lvl6pPr marL="1122363" indent="-169863" algn="l" defTabSz="1023938" rtl="0" fontAlgn="base">
        <a:spcBef>
          <a:spcPct val="0"/>
        </a:spcBef>
        <a:spcAft>
          <a:spcPct val="0"/>
        </a:spcAft>
        <a:buSzPct val="75000"/>
        <a:buChar char="–"/>
        <a:defRPr kumimoji="1" sz="1400">
          <a:solidFill>
            <a:schemeClr val="tx1"/>
          </a:solidFill>
          <a:latin typeface="+mn-lt"/>
          <a:ea typeface="+mn-ea"/>
        </a:defRPr>
      </a:lvl6pPr>
      <a:lvl7pPr marL="1579563" indent="-169863" algn="l" defTabSz="1023938" rtl="0" fontAlgn="base">
        <a:spcBef>
          <a:spcPct val="0"/>
        </a:spcBef>
        <a:spcAft>
          <a:spcPct val="0"/>
        </a:spcAft>
        <a:buSzPct val="75000"/>
        <a:buChar char="–"/>
        <a:defRPr kumimoji="1" sz="1400">
          <a:solidFill>
            <a:schemeClr val="tx1"/>
          </a:solidFill>
          <a:latin typeface="+mn-lt"/>
          <a:ea typeface="+mn-ea"/>
        </a:defRPr>
      </a:lvl7pPr>
      <a:lvl8pPr marL="2036763" indent="-169863" algn="l" defTabSz="1023938" rtl="0" fontAlgn="base">
        <a:spcBef>
          <a:spcPct val="0"/>
        </a:spcBef>
        <a:spcAft>
          <a:spcPct val="0"/>
        </a:spcAft>
        <a:buSzPct val="75000"/>
        <a:buChar char="–"/>
        <a:defRPr kumimoji="1" sz="1400">
          <a:solidFill>
            <a:schemeClr val="tx1"/>
          </a:solidFill>
          <a:latin typeface="+mn-lt"/>
          <a:ea typeface="+mn-ea"/>
        </a:defRPr>
      </a:lvl8pPr>
      <a:lvl9pPr marL="2493963" indent="-169863" algn="l" defTabSz="1023938" rtl="0" fontAlgn="base">
        <a:spcBef>
          <a:spcPct val="0"/>
        </a:spcBef>
        <a:spcAft>
          <a:spcPct val="0"/>
        </a:spcAft>
        <a:buSzPct val="75000"/>
        <a:buChar char="–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manchester.padlet.org/mzyssyc2/bman60422-data-analytics-coursework-clnbaggwylvqgw6m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8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6"/>
          <p:cNvSpPr>
            <a:spLocks noChangeArrowheads="1"/>
          </p:cNvSpPr>
          <p:nvPr/>
        </p:nvSpPr>
        <p:spPr bwMode="gray">
          <a:xfrm>
            <a:off x="0" y="6515100"/>
            <a:ext cx="9906000" cy="351909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80000">
                <a:schemeClr val="accent2">
                  <a:lumMod val="60000"/>
                </a:schemeClr>
              </a:gs>
              <a:gs pos="100000">
                <a:schemeClr val="accent2"/>
              </a:gs>
            </a:gsLst>
            <a:lin ang="18900000" scaled="1"/>
            <a:tileRect/>
          </a:gradFill>
          <a:ln>
            <a:noFill/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endParaRPr lang="ko-KR" altLang="en-US" kern="1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3764F9C-DBB0-4B3F-8A2D-4E93A48B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1" y="300385"/>
            <a:ext cx="1752600" cy="761310"/>
          </a:xfrm>
          <a:prstGeom prst="rect">
            <a:avLst/>
          </a:prstGeom>
        </p:spPr>
      </p:pic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518160" y="1808160"/>
            <a:ext cx="893064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Geneva" pitchFamily="122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Geneva" pitchFamily="122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Geneva" pitchFamily="122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Geneva" pitchFamily="122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 pitchFamily="122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 pitchFamily="122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 pitchFamily="122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 pitchFamily="122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 pitchFamily="122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GB" alt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BMAN60422  Data Analytics for Business Decision Making</a:t>
            </a:r>
          </a:p>
          <a:p>
            <a:pPr marL="457200" indent="-457200" eaLnBrk="1" hangingPunct="1">
              <a:spcBef>
                <a:spcPct val="0"/>
              </a:spcBef>
              <a:spcAft>
                <a:spcPts val="0"/>
              </a:spcAft>
              <a:buFontTx/>
              <a:buChar char="-"/>
            </a:pPr>
            <a:r>
              <a:rPr lang="en-GB" altLang="en-US" sz="2600" dirty="0">
                <a:latin typeface="Arial" pitchFamily="34" charset="0"/>
                <a:cs typeface="Arial" pitchFamily="34" charset="0"/>
              </a:rPr>
              <a:t>Coursework </a:t>
            </a:r>
            <a:r>
              <a:rPr lang="en-GB" altLang="en-US" sz="2600">
                <a:latin typeface="Arial" pitchFamily="34" charset="0"/>
                <a:cs typeface="Arial" pitchFamily="34" charset="0"/>
              </a:rPr>
              <a:t>Project 2023/24: </a:t>
            </a:r>
            <a:r>
              <a:rPr lang="en-GB" altLang="en-US" sz="2600" u="sng" dirty="0">
                <a:latin typeface="Arial" pitchFamily="34" charset="0"/>
                <a:cs typeface="Arial" pitchFamily="34" charset="0"/>
              </a:rPr>
              <a:t>Prediction</a:t>
            </a:r>
            <a:r>
              <a:rPr lang="en-GB" altLang="en-US" sz="2600" dirty="0">
                <a:latin typeface="Arial" pitchFamily="34" charset="0"/>
                <a:cs typeface="Arial" pitchFamily="34" charset="0"/>
              </a:rPr>
              <a:t> of Sales</a:t>
            </a:r>
          </a:p>
          <a:p>
            <a:pPr marL="457200" indent="-457200" eaLnBrk="1" hangingPunct="1">
              <a:spcBef>
                <a:spcPct val="0"/>
              </a:spcBef>
              <a:spcAft>
                <a:spcPts val="0"/>
              </a:spcAft>
              <a:buFontTx/>
              <a:buChar char="-"/>
            </a:pPr>
            <a:endParaRPr lang="en-GB" alt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864692"/>
            <a:ext cx="8686800" cy="156337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276600" y="5350104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endParaRPr lang="en-GB" altLang="en-US" sz="32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73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066800"/>
            <a:ext cx="2972570" cy="1224000"/>
          </a:xfrm>
          <a:prstGeom prst="rect">
            <a:avLst/>
          </a:prstGeom>
        </p:spPr>
      </p:pic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2500" y="264653"/>
            <a:ext cx="8991814" cy="440120"/>
          </a:xfrm>
        </p:spPr>
        <p:txBody>
          <a:bodyPr/>
          <a:lstStyle/>
          <a:p>
            <a:pPr eaLnBrk="1" hangingPunct="1"/>
            <a:r>
              <a:rPr lang="en-GB" altLang="ko-KR" dirty="0"/>
              <a:t>A few</a:t>
            </a:r>
            <a:r>
              <a:rPr lang="en-GB" altLang="ko-KR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ko-KR" dirty="0"/>
              <a:t>h</a:t>
            </a:r>
            <a:r>
              <a:rPr lang="en-GB" altLang="ko-KR" sz="2600" dirty="0">
                <a:latin typeface="Arial" panose="020B0604020202020204" pitchFamily="34" charset="0"/>
                <a:cs typeface="Arial" panose="020B0604020202020204" pitchFamily="34" charset="0"/>
              </a:rPr>
              <a:t>ighlights</a:t>
            </a:r>
            <a:endParaRPr lang="ko-KR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177F9D4-6D66-4562-861A-DDBE33147A8D}"/>
              </a:ext>
            </a:extLst>
          </p:cNvPr>
          <p:cNvSpPr txBox="1">
            <a:spLocks/>
          </p:cNvSpPr>
          <p:nvPr/>
        </p:nvSpPr>
        <p:spPr bwMode="auto">
          <a:xfrm>
            <a:off x="1280543" y="1242897"/>
            <a:ext cx="8199530" cy="3046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</a:rPr>
              <a:t>NO standard solution for data analytics. </a:t>
            </a:r>
          </a:p>
        </p:txBody>
      </p:sp>
      <p:grpSp>
        <p:nvGrpSpPr>
          <p:cNvPr id="6" name="Group 655">
            <a:extLst>
              <a:ext uri="{FF2B5EF4-FFF2-40B4-BE49-F238E27FC236}">
                <a16:creationId xmlns:a16="http://schemas.microsoft.com/office/drawing/2014/main" id="{46640548-0C49-4F5B-A24E-71C1099A2455}"/>
              </a:ext>
            </a:extLst>
          </p:cNvPr>
          <p:cNvGrpSpPr>
            <a:grpSpLocks/>
          </p:cNvGrpSpPr>
          <p:nvPr/>
        </p:nvGrpSpPr>
        <p:grpSpPr bwMode="auto">
          <a:xfrm>
            <a:off x="594743" y="1242897"/>
            <a:ext cx="257175" cy="228600"/>
            <a:chOff x="2834" y="173"/>
            <a:chExt cx="162" cy="144"/>
          </a:xfrm>
        </p:grpSpPr>
        <p:sp>
          <p:nvSpPr>
            <p:cNvPr id="7" name="Rectangle 653">
              <a:extLst>
                <a:ext uri="{FF2B5EF4-FFF2-40B4-BE49-F238E27FC236}">
                  <a16:creationId xmlns:a16="http://schemas.microsoft.com/office/drawing/2014/main" id="{56AF7F4F-5362-408A-B586-C79228BDB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05"/>
              <a:ext cx="146" cy="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Freeform 654">
              <a:extLst>
                <a:ext uri="{FF2B5EF4-FFF2-40B4-BE49-F238E27FC236}">
                  <a16:creationId xmlns:a16="http://schemas.microsoft.com/office/drawing/2014/main" id="{2079ACA3-08D5-4F5A-9B15-C8F477EB9377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2844" y="173"/>
              <a:ext cx="152" cy="128"/>
            </a:xfrm>
            <a:custGeom>
              <a:avLst/>
              <a:gdLst>
                <a:gd name="T0" fmla="*/ 0 w 648"/>
                <a:gd name="T1" fmla="*/ 374 h 618"/>
                <a:gd name="T2" fmla="*/ 88 w 648"/>
                <a:gd name="T3" fmla="*/ 320 h 618"/>
                <a:gd name="T4" fmla="*/ 122 w 648"/>
                <a:gd name="T5" fmla="*/ 340 h 618"/>
                <a:gd name="T6" fmla="*/ 184 w 648"/>
                <a:gd name="T7" fmla="*/ 452 h 618"/>
                <a:gd name="T8" fmla="*/ 278 w 648"/>
                <a:gd name="T9" fmla="*/ 316 h 618"/>
                <a:gd name="T10" fmla="*/ 434 w 648"/>
                <a:gd name="T11" fmla="*/ 148 h 618"/>
                <a:gd name="T12" fmla="*/ 534 w 648"/>
                <a:gd name="T13" fmla="*/ 60 h 618"/>
                <a:gd name="T14" fmla="*/ 632 w 648"/>
                <a:gd name="T15" fmla="*/ 0 h 618"/>
                <a:gd name="T16" fmla="*/ 648 w 648"/>
                <a:gd name="T17" fmla="*/ 26 h 618"/>
                <a:gd name="T18" fmla="*/ 566 w 648"/>
                <a:gd name="T19" fmla="*/ 98 h 618"/>
                <a:gd name="T20" fmla="*/ 448 w 648"/>
                <a:gd name="T21" fmla="*/ 230 h 618"/>
                <a:gd name="T22" fmla="*/ 346 w 648"/>
                <a:gd name="T23" fmla="*/ 360 h 618"/>
                <a:gd name="T24" fmla="*/ 234 w 648"/>
                <a:gd name="T25" fmla="*/ 554 h 618"/>
                <a:gd name="T26" fmla="*/ 144 w 648"/>
                <a:gd name="T27" fmla="*/ 618 h 618"/>
                <a:gd name="T28" fmla="*/ 82 w 648"/>
                <a:gd name="T29" fmla="*/ 466 h 618"/>
                <a:gd name="T30" fmla="*/ 42 w 648"/>
                <a:gd name="T31" fmla="*/ 404 h 618"/>
                <a:gd name="T32" fmla="*/ 0 w 648"/>
                <a:gd name="T33" fmla="*/ 374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8" h="618">
                  <a:moveTo>
                    <a:pt x="0" y="374"/>
                  </a:moveTo>
                  <a:lnTo>
                    <a:pt x="88" y="320"/>
                  </a:lnTo>
                  <a:lnTo>
                    <a:pt x="122" y="340"/>
                  </a:lnTo>
                  <a:lnTo>
                    <a:pt x="184" y="452"/>
                  </a:lnTo>
                  <a:lnTo>
                    <a:pt x="278" y="316"/>
                  </a:lnTo>
                  <a:lnTo>
                    <a:pt x="434" y="148"/>
                  </a:lnTo>
                  <a:lnTo>
                    <a:pt x="534" y="60"/>
                  </a:lnTo>
                  <a:lnTo>
                    <a:pt x="632" y="0"/>
                  </a:lnTo>
                  <a:lnTo>
                    <a:pt x="648" y="26"/>
                  </a:lnTo>
                  <a:lnTo>
                    <a:pt x="566" y="98"/>
                  </a:lnTo>
                  <a:lnTo>
                    <a:pt x="448" y="230"/>
                  </a:lnTo>
                  <a:lnTo>
                    <a:pt x="346" y="360"/>
                  </a:lnTo>
                  <a:lnTo>
                    <a:pt x="234" y="554"/>
                  </a:lnTo>
                  <a:lnTo>
                    <a:pt x="144" y="618"/>
                  </a:lnTo>
                  <a:lnTo>
                    <a:pt x="82" y="466"/>
                  </a:lnTo>
                  <a:lnTo>
                    <a:pt x="42" y="404"/>
                  </a:lnTo>
                  <a:lnTo>
                    <a:pt x="0" y="37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80000">
                  <a:schemeClr val="accent2">
                    <a:lumMod val="60000"/>
                  </a:schemeClr>
                </a:gs>
                <a:gs pos="100000">
                  <a:schemeClr val="accent2"/>
                </a:gs>
              </a:gsLst>
              <a:lin ang="13500000" scaled="1"/>
              <a:tileRect/>
            </a:gradFill>
            <a:ln>
              <a:noFill/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177F9D4-6D66-4562-861A-DDBE33147A8D}"/>
              </a:ext>
            </a:extLst>
          </p:cNvPr>
          <p:cNvSpPr txBox="1">
            <a:spLocks/>
          </p:cNvSpPr>
          <p:nvPr/>
        </p:nvSpPr>
        <p:spPr bwMode="auto">
          <a:xfrm>
            <a:off x="1280543" y="2057400"/>
            <a:ext cx="5503053" cy="9140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</a:rPr>
              <a:t>Your choices of software tools and/or programming languages, often combination of them for the coursework project (SAS – NOT compulsory).</a:t>
            </a:r>
          </a:p>
        </p:txBody>
      </p:sp>
      <p:grpSp>
        <p:nvGrpSpPr>
          <p:cNvPr id="12" name="Group 655">
            <a:extLst>
              <a:ext uri="{FF2B5EF4-FFF2-40B4-BE49-F238E27FC236}">
                <a16:creationId xmlns:a16="http://schemas.microsoft.com/office/drawing/2014/main" id="{46640548-0C49-4F5B-A24E-71C1099A2455}"/>
              </a:ext>
            </a:extLst>
          </p:cNvPr>
          <p:cNvGrpSpPr>
            <a:grpSpLocks/>
          </p:cNvGrpSpPr>
          <p:nvPr/>
        </p:nvGrpSpPr>
        <p:grpSpPr bwMode="auto">
          <a:xfrm>
            <a:off x="594743" y="2057400"/>
            <a:ext cx="257175" cy="228600"/>
            <a:chOff x="2834" y="173"/>
            <a:chExt cx="162" cy="144"/>
          </a:xfrm>
        </p:grpSpPr>
        <p:sp>
          <p:nvSpPr>
            <p:cNvPr id="13" name="Rectangle 653">
              <a:extLst>
                <a:ext uri="{FF2B5EF4-FFF2-40B4-BE49-F238E27FC236}">
                  <a16:creationId xmlns:a16="http://schemas.microsoft.com/office/drawing/2014/main" id="{56AF7F4F-5362-408A-B586-C79228BDB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05"/>
              <a:ext cx="146" cy="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Freeform 654">
              <a:extLst>
                <a:ext uri="{FF2B5EF4-FFF2-40B4-BE49-F238E27FC236}">
                  <a16:creationId xmlns:a16="http://schemas.microsoft.com/office/drawing/2014/main" id="{2079ACA3-08D5-4F5A-9B15-C8F477EB9377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844" y="173"/>
              <a:ext cx="152" cy="128"/>
            </a:xfrm>
            <a:custGeom>
              <a:avLst/>
              <a:gdLst>
                <a:gd name="T0" fmla="*/ 0 w 648"/>
                <a:gd name="T1" fmla="*/ 374 h 618"/>
                <a:gd name="T2" fmla="*/ 88 w 648"/>
                <a:gd name="T3" fmla="*/ 320 h 618"/>
                <a:gd name="T4" fmla="*/ 122 w 648"/>
                <a:gd name="T5" fmla="*/ 340 h 618"/>
                <a:gd name="T6" fmla="*/ 184 w 648"/>
                <a:gd name="T7" fmla="*/ 452 h 618"/>
                <a:gd name="T8" fmla="*/ 278 w 648"/>
                <a:gd name="T9" fmla="*/ 316 h 618"/>
                <a:gd name="T10" fmla="*/ 434 w 648"/>
                <a:gd name="T11" fmla="*/ 148 h 618"/>
                <a:gd name="T12" fmla="*/ 534 w 648"/>
                <a:gd name="T13" fmla="*/ 60 h 618"/>
                <a:gd name="T14" fmla="*/ 632 w 648"/>
                <a:gd name="T15" fmla="*/ 0 h 618"/>
                <a:gd name="T16" fmla="*/ 648 w 648"/>
                <a:gd name="T17" fmla="*/ 26 h 618"/>
                <a:gd name="T18" fmla="*/ 566 w 648"/>
                <a:gd name="T19" fmla="*/ 98 h 618"/>
                <a:gd name="T20" fmla="*/ 448 w 648"/>
                <a:gd name="T21" fmla="*/ 230 h 618"/>
                <a:gd name="T22" fmla="*/ 346 w 648"/>
                <a:gd name="T23" fmla="*/ 360 h 618"/>
                <a:gd name="T24" fmla="*/ 234 w 648"/>
                <a:gd name="T25" fmla="*/ 554 h 618"/>
                <a:gd name="T26" fmla="*/ 144 w 648"/>
                <a:gd name="T27" fmla="*/ 618 h 618"/>
                <a:gd name="T28" fmla="*/ 82 w 648"/>
                <a:gd name="T29" fmla="*/ 466 h 618"/>
                <a:gd name="T30" fmla="*/ 42 w 648"/>
                <a:gd name="T31" fmla="*/ 404 h 618"/>
                <a:gd name="T32" fmla="*/ 0 w 648"/>
                <a:gd name="T33" fmla="*/ 374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8" h="618">
                  <a:moveTo>
                    <a:pt x="0" y="374"/>
                  </a:moveTo>
                  <a:lnTo>
                    <a:pt x="88" y="320"/>
                  </a:lnTo>
                  <a:lnTo>
                    <a:pt x="122" y="340"/>
                  </a:lnTo>
                  <a:lnTo>
                    <a:pt x="184" y="452"/>
                  </a:lnTo>
                  <a:lnTo>
                    <a:pt x="278" y="316"/>
                  </a:lnTo>
                  <a:lnTo>
                    <a:pt x="434" y="148"/>
                  </a:lnTo>
                  <a:lnTo>
                    <a:pt x="534" y="60"/>
                  </a:lnTo>
                  <a:lnTo>
                    <a:pt x="632" y="0"/>
                  </a:lnTo>
                  <a:lnTo>
                    <a:pt x="648" y="26"/>
                  </a:lnTo>
                  <a:lnTo>
                    <a:pt x="566" y="98"/>
                  </a:lnTo>
                  <a:lnTo>
                    <a:pt x="448" y="230"/>
                  </a:lnTo>
                  <a:lnTo>
                    <a:pt x="346" y="360"/>
                  </a:lnTo>
                  <a:lnTo>
                    <a:pt x="234" y="554"/>
                  </a:lnTo>
                  <a:lnTo>
                    <a:pt x="144" y="618"/>
                  </a:lnTo>
                  <a:lnTo>
                    <a:pt x="82" y="466"/>
                  </a:lnTo>
                  <a:lnTo>
                    <a:pt x="42" y="404"/>
                  </a:lnTo>
                  <a:lnTo>
                    <a:pt x="0" y="37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80000">
                  <a:schemeClr val="accent2">
                    <a:lumMod val="60000"/>
                  </a:schemeClr>
                </a:gs>
                <a:gs pos="100000">
                  <a:schemeClr val="accent2"/>
                </a:gs>
              </a:gsLst>
              <a:lin ang="13500000" scaled="1"/>
              <a:tileRect/>
            </a:gradFill>
            <a:ln>
              <a:noFill/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6177F9D4-6D66-4562-861A-DDBE33147A8D}"/>
              </a:ext>
            </a:extLst>
          </p:cNvPr>
          <p:cNvSpPr txBox="1">
            <a:spLocks/>
          </p:cNvSpPr>
          <p:nvPr/>
        </p:nvSpPr>
        <p:spPr bwMode="auto">
          <a:xfrm>
            <a:off x="1278747" y="3276600"/>
            <a:ext cx="7103253" cy="890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</a:rPr>
              <a:t>Post your questions on the coursework </a:t>
            </a:r>
            <a:r>
              <a:rPr lang="en-GB" altLang="ko-KR" sz="1800" b="0" kern="100" dirty="0" err="1">
                <a:latin typeface="Arial" panose="020B0604020202020204" pitchFamily="34" charset="0"/>
                <a:cs typeface="Arial" panose="020B0604020202020204" pitchFamily="34" charset="0"/>
              </a:rPr>
              <a:t>Padlet</a:t>
            </a: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</a:rPr>
              <a:t>! - </a:t>
            </a: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https://manchester.padlet.org/mzyssyc2/bman60422-data-analytics-coursework-clnbaggwylvqgw6m</a:t>
            </a: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</a:rPr>
              <a:t>  (Password “</a:t>
            </a:r>
            <a:r>
              <a:rPr lang="en-GB" altLang="ko-KR" sz="1800" b="0" kern="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  <p:grpSp>
        <p:nvGrpSpPr>
          <p:cNvPr id="26" name="Group 655">
            <a:extLst>
              <a:ext uri="{FF2B5EF4-FFF2-40B4-BE49-F238E27FC236}">
                <a16:creationId xmlns:a16="http://schemas.microsoft.com/office/drawing/2014/main" id="{46640548-0C49-4F5B-A24E-71C1099A2455}"/>
              </a:ext>
            </a:extLst>
          </p:cNvPr>
          <p:cNvGrpSpPr>
            <a:grpSpLocks/>
          </p:cNvGrpSpPr>
          <p:nvPr/>
        </p:nvGrpSpPr>
        <p:grpSpPr bwMode="auto">
          <a:xfrm>
            <a:off x="592947" y="3276600"/>
            <a:ext cx="257175" cy="228600"/>
            <a:chOff x="2834" y="173"/>
            <a:chExt cx="162" cy="144"/>
          </a:xfrm>
        </p:grpSpPr>
        <p:sp>
          <p:nvSpPr>
            <p:cNvPr id="27" name="Rectangle 653">
              <a:extLst>
                <a:ext uri="{FF2B5EF4-FFF2-40B4-BE49-F238E27FC236}">
                  <a16:creationId xmlns:a16="http://schemas.microsoft.com/office/drawing/2014/main" id="{56AF7F4F-5362-408A-B586-C79228BDB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05"/>
              <a:ext cx="146" cy="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" name="Freeform 654">
              <a:extLst>
                <a:ext uri="{FF2B5EF4-FFF2-40B4-BE49-F238E27FC236}">
                  <a16:creationId xmlns:a16="http://schemas.microsoft.com/office/drawing/2014/main" id="{2079ACA3-08D5-4F5A-9B15-C8F477EB9377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2844" y="173"/>
              <a:ext cx="152" cy="128"/>
            </a:xfrm>
            <a:custGeom>
              <a:avLst/>
              <a:gdLst>
                <a:gd name="T0" fmla="*/ 0 w 648"/>
                <a:gd name="T1" fmla="*/ 374 h 618"/>
                <a:gd name="T2" fmla="*/ 88 w 648"/>
                <a:gd name="T3" fmla="*/ 320 h 618"/>
                <a:gd name="T4" fmla="*/ 122 w 648"/>
                <a:gd name="T5" fmla="*/ 340 h 618"/>
                <a:gd name="T6" fmla="*/ 184 w 648"/>
                <a:gd name="T7" fmla="*/ 452 h 618"/>
                <a:gd name="T8" fmla="*/ 278 w 648"/>
                <a:gd name="T9" fmla="*/ 316 h 618"/>
                <a:gd name="T10" fmla="*/ 434 w 648"/>
                <a:gd name="T11" fmla="*/ 148 h 618"/>
                <a:gd name="T12" fmla="*/ 534 w 648"/>
                <a:gd name="T13" fmla="*/ 60 h 618"/>
                <a:gd name="T14" fmla="*/ 632 w 648"/>
                <a:gd name="T15" fmla="*/ 0 h 618"/>
                <a:gd name="T16" fmla="*/ 648 w 648"/>
                <a:gd name="T17" fmla="*/ 26 h 618"/>
                <a:gd name="T18" fmla="*/ 566 w 648"/>
                <a:gd name="T19" fmla="*/ 98 h 618"/>
                <a:gd name="T20" fmla="*/ 448 w 648"/>
                <a:gd name="T21" fmla="*/ 230 h 618"/>
                <a:gd name="T22" fmla="*/ 346 w 648"/>
                <a:gd name="T23" fmla="*/ 360 h 618"/>
                <a:gd name="T24" fmla="*/ 234 w 648"/>
                <a:gd name="T25" fmla="*/ 554 h 618"/>
                <a:gd name="T26" fmla="*/ 144 w 648"/>
                <a:gd name="T27" fmla="*/ 618 h 618"/>
                <a:gd name="T28" fmla="*/ 82 w 648"/>
                <a:gd name="T29" fmla="*/ 466 h 618"/>
                <a:gd name="T30" fmla="*/ 42 w 648"/>
                <a:gd name="T31" fmla="*/ 404 h 618"/>
                <a:gd name="T32" fmla="*/ 0 w 648"/>
                <a:gd name="T33" fmla="*/ 374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8" h="618">
                  <a:moveTo>
                    <a:pt x="0" y="374"/>
                  </a:moveTo>
                  <a:lnTo>
                    <a:pt x="88" y="320"/>
                  </a:lnTo>
                  <a:lnTo>
                    <a:pt x="122" y="340"/>
                  </a:lnTo>
                  <a:lnTo>
                    <a:pt x="184" y="452"/>
                  </a:lnTo>
                  <a:lnTo>
                    <a:pt x="278" y="316"/>
                  </a:lnTo>
                  <a:lnTo>
                    <a:pt x="434" y="148"/>
                  </a:lnTo>
                  <a:lnTo>
                    <a:pt x="534" y="60"/>
                  </a:lnTo>
                  <a:lnTo>
                    <a:pt x="632" y="0"/>
                  </a:lnTo>
                  <a:lnTo>
                    <a:pt x="648" y="26"/>
                  </a:lnTo>
                  <a:lnTo>
                    <a:pt x="566" y="98"/>
                  </a:lnTo>
                  <a:lnTo>
                    <a:pt x="448" y="230"/>
                  </a:lnTo>
                  <a:lnTo>
                    <a:pt x="346" y="360"/>
                  </a:lnTo>
                  <a:lnTo>
                    <a:pt x="234" y="554"/>
                  </a:lnTo>
                  <a:lnTo>
                    <a:pt x="144" y="618"/>
                  </a:lnTo>
                  <a:lnTo>
                    <a:pt x="82" y="466"/>
                  </a:lnTo>
                  <a:lnTo>
                    <a:pt x="42" y="404"/>
                  </a:lnTo>
                  <a:lnTo>
                    <a:pt x="0" y="37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80000">
                  <a:schemeClr val="accent2">
                    <a:lumMod val="60000"/>
                  </a:schemeClr>
                </a:gs>
                <a:gs pos="100000">
                  <a:schemeClr val="accent2"/>
                </a:gs>
              </a:gsLst>
              <a:lin ang="13500000" scaled="1"/>
              <a:tileRect/>
            </a:gradFill>
            <a:ln>
              <a:noFill/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6177F9D4-6D66-4562-861A-DDBE33147A8D}"/>
              </a:ext>
            </a:extLst>
          </p:cNvPr>
          <p:cNvSpPr txBox="1">
            <a:spLocks/>
          </p:cNvSpPr>
          <p:nvPr/>
        </p:nvSpPr>
        <p:spPr bwMode="auto">
          <a:xfrm>
            <a:off x="1278747" y="4443500"/>
            <a:ext cx="7103253" cy="6093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</a:rPr>
              <a:t>Support available in the following weeks during lab sessions, office hours, etc.</a:t>
            </a:r>
          </a:p>
        </p:txBody>
      </p:sp>
      <p:grpSp>
        <p:nvGrpSpPr>
          <p:cNvPr id="30" name="Group 655">
            <a:extLst>
              <a:ext uri="{FF2B5EF4-FFF2-40B4-BE49-F238E27FC236}">
                <a16:creationId xmlns:a16="http://schemas.microsoft.com/office/drawing/2014/main" id="{46640548-0C49-4F5B-A24E-71C1099A2455}"/>
              </a:ext>
            </a:extLst>
          </p:cNvPr>
          <p:cNvGrpSpPr>
            <a:grpSpLocks/>
          </p:cNvGrpSpPr>
          <p:nvPr/>
        </p:nvGrpSpPr>
        <p:grpSpPr bwMode="auto">
          <a:xfrm>
            <a:off x="592947" y="4443500"/>
            <a:ext cx="257175" cy="228600"/>
            <a:chOff x="2834" y="173"/>
            <a:chExt cx="162" cy="144"/>
          </a:xfrm>
        </p:grpSpPr>
        <p:sp>
          <p:nvSpPr>
            <p:cNvPr id="31" name="Rectangle 653">
              <a:extLst>
                <a:ext uri="{FF2B5EF4-FFF2-40B4-BE49-F238E27FC236}">
                  <a16:creationId xmlns:a16="http://schemas.microsoft.com/office/drawing/2014/main" id="{56AF7F4F-5362-408A-B586-C79228BDB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05"/>
              <a:ext cx="146" cy="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Freeform 654">
              <a:extLst>
                <a:ext uri="{FF2B5EF4-FFF2-40B4-BE49-F238E27FC236}">
                  <a16:creationId xmlns:a16="http://schemas.microsoft.com/office/drawing/2014/main" id="{2079ACA3-08D5-4F5A-9B15-C8F477EB9377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844" y="173"/>
              <a:ext cx="152" cy="128"/>
            </a:xfrm>
            <a:custGeom>
              <a:avLst/>
              <a:gdLst>
                <a:gd name="T0" fmla="*/ 0 w 648"/>
                <a:gd name="T1" fmla="*/ 374 h 618"/>
                <a:gd name="T2" fmla="*/ 88 w 648"/>
                <a:gd name="T3" fmla="*/ 320 h 618"/>
                <a:gd name="T4" fmla="*/ 122 w 648"/>
                <a:gd name="T5" fmla="*/ 340 h 618"/>
                <a:gd name="T6" fmla="*/ 184 w 648"/>
                <a:gd name="T7" fmla="*/ 452 h 618"/>
                <a:gd name="T8" fmla="*/ 278 w 648"/>
                <a:gd name="T9" fmla="*/ 316 h 618"/>
                <a:gd name="T10" fmla="*/ 434 w 648"/>
                <a:gd name="T11" fmla="*/ 148 h 618"/>
                <a:gd name="T12" fmla="*/ 534 w 648"/>
                <a:gd name="T13" fmla="*/ 60 h 618"/>
                <a:gd name="T14" fmla="*/ 632 w 648"/>
                <a:gd name="T15" fmla="*/ 0 h 618"/>
                <a:gd name="T16" fmla="*/ 648 w 648"/>
                <a:gd name="T17" fmla="*/ 26 h 618"/>
                <a:gd name="T18" fmla="*/ 566 w 648"/>
                <a:gd name="T19" fmla="*/ 98 h 618"/>
                <a:gd name="T20" fmla="*/ 448 w 648"/>
                <a:gd name="T21" fmla="*/ 230 h 618"/>
                <a:gd name="T22" fmla="*/ 346 w 648"/>
                <a:gd name="T23" fmla="*/ 360 h 618"/>
                <a:gd name="T24" fmla="*/ 234 w 648"/>
                <a:gd name="T25" fmla="*/ 554 h 618"/>
                <a:gd name="T26" fmla="*/ 144 w 648"/>
                <a:gd name="T27" fmla="*/ 618 h 618"/>
                <a:gd name="T28" fmla="*/ 82 w 648"/>
                <a:gd name="T29" fmla="*/ 466 h 618"/>
                <a:gd name="T30" fmla="*/ 42 w 648"/>
                <a:gd name="T31" fmla="*/ 404 h 618"/>
                <a:gd name="T32" fmla="*/ 0 w 648"/>
                <a:gd name="T33" fmla="*/ 374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8" h="618">
                  <a:moveTo>
                    <a:pt x="0" y="374"/>
                  </a:moveTo>
                  <a:lnTo>
                    <a:pt x="88" y="320"/>
                  </a:lnTo>
                  <a:lnTo>
                    <a:pt x="122" y="340"/>
                  </a:lnTo>
                  <a:lnTo>
                    <a:pt x="184" y="452"/>
                  </a:lnTo>
                  <a:lnTo>
                    <a:pt x="278" y="316"/>
                  </a:lnTo>
                  <a:lnTo>
                    <a:pt x="434" y="148"/>
                  </a:lnTo>
                  <a:lnTo>
                    <a:pt x="534" y="60"/>
                  </a:lnTo>
                  <a:lnTo>
                    <a:pt x="632" y="0"/>
                  </a:lnTo>
                  <a:lnTo>
                    <a:pt x="648" y="26"/>
                  </a:lnTo>
                  <a:lnTo>
                    <a:pt x="566" y="98"/>
                  </a:lnTo>
                  <a:lnTo>
                    <a:pt x="448" y="230"/>
                  </a:lnTo>
                  <a:lnTo>
                    <a:pt x="346" y="360"/>
                  </a:lnTo>
                  <a:lnTo>
                    <a:pt x="234" y="554"/>
                  </a:lnTo>
                  <a:lnTo>
                    <a:pt x="144" y="618"/>
                  </a:lnTo>
                  <a:lnTo>
                    <a:pt x="82" y="466"/>
                  </a:lnTo>
                  <a:lnTo>
                    <a:pt x="42" y="404"/>
                  </a:lnTo>
                  <a:lnTo>
                    <a:pt x="0" y="37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80000">
                  <a:schemeClr val="accent2">
                    <a:lumMod val="60000"/>
                  </a:schemeClr>
                </a:gs>
                <a:gs pos="100000">
                  <a:schemeClr val="accent2"/>
                </a:gs>
              </a:gsLst>
              <a:lin ang="13500000" scaled="1"/>
              <a:tileRect/>
            </a:gradFill>
            <a:ln>
              <a:noFill/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9421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2500" y="264653"/>
            <a:ext cx="8991814" cy="440120"/>
          </a:xfrm>
        </p:spPr>
        <p:txBody>
          <a:bodyPr/>
          <a:lstStyle/>
          <a:p>
            <a:pPr eaLnBrk="1" hangingPunct="1"/>
            <a:r>
              <a:rPr lang="en-GB" altLang="ko-KR" dirty="0"/>
              <a:t>A few</a:t>
            </a:r>
            <a:r>
              <a:rPr lang="en-GB" altLang="ko-KR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ko-KR" dirty="0"/>
              <a:t>h</a:t>
            </a:r>
            <a:r>
              <a:rPr lang="en-GB" altLang="ko-KR" sz="2600" dirty="0">
                <a:latin typeface="Arial" panose="020B0604020202020204" pitchFamily="34" charset="0"/>
                <a:cs typeface="Arial" panose="020B0604020202020204" pitchFamily="34" charset="0"/>
              </a:rPr>
              <a:t>ighlights</a:t>
            </a:r>
            <a:endParaRPr lang="ko-KR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596" y="1375730"/>
            <a:ext cx="3112880" cy="1824670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177F9D4-6D66-4562-861A-DDBE33147A8D}"/>
              </a:ext>
            </a:extLst>
          </p:cNvPr>
          <p:cNvSpPr txBox="1">
            <a:spLocks/>
          </p:cNvSpPr>
          <p:nvPr/>
        </p:nvSpPr>
        <p:spPr bwMode="auto">
          <a:xfrm>
            <a:off x="1280543" y="1371600"/>
            <a:ext cx="5503053" cy="9140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</a:rPr>
              <a:t>Analytical methodology and cross-industry standard process for data mining (CRISP-DM) can be used to guide the process (</a:t>
            </a:r>
            <a:r>
              <a:rPr lang="en-GB" altLang="ko-KR" sz="1800" b="0" u="sng" kern="100" dirty="0">
                <a:latin typeface="Arial" panose="020B0604020202020204" pitchFamily="34" charset="0"/>
                <a:cs typeface="Arial" panose="020B0604020202020204" pitchFamily="34" charset="0"/>
              </a:rPr>
              <a:t>NOT a linear process</a:t>
            </a: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grpSp>
        <p:nvGrpSpPr>
          <p:cNvPr id="12" name="Group 655">
            <a:extLst>
              <a:ext uri="{FF2B5EF4-FFF2-40B4-BE49-F238E27FC236}">
                <a16:creationId xmlns:a16="http://schemas.microsoft.com/office/drawing/2014/main" id="{46640548-0C49-4F5B-A24E-71C1099A2455}"/>
              </a:ext>
            </a:extLst>
          </p:cNvPr>
          <p:cNvGrpSpPr>
            <a:grpSpLocks/>
          </p:cNvGrpSpPr>
          <p:nvPr/>
        </p:nvGrpSpPr>
        <p:grpSpPr bwMode="auto">
          <a:xfrm>
            <a:off x="594743" y="1371600"/>
            <a:ext cx="257175" cy="228600"/>
            <a:chOff x="2834" y="173"/>
            <a:chExt cx="162" cy="144"/>
          </a:xfrm>
        </p:grpSpPr>
        <p:sp>
          <p:nvSpPr>
            <p:cNvPr id="13" name="Rectangle 653">
              <a:extLst>
                <a:ext uri="{FF2B5EF4-FFF2-40B4-BE49-F238E27FC236}">
                  <a16:creationId xmlns:a16="http://schemas.microsoft.com/office/drawing/2014/main" id="{56AF7F4F-5362-408A-B586-C79228BDB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05"/>
              <a:ext cx="146" cy="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Freeform 654">
              <a:extLst>
                <a:ext uri="{FF2B5EF4-FFF2-40B4-BE49-F238E27FC236}">
                  <a16:creationId xmlns:a16="http://schemas.microsoft.com/office/drawing/2014/main" id="{2079ACA3-08D5-4F5A-9B15-C8F477EB9377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2844" y="173"/>
              <a:ext cx="152" cy="128"/>
            </a:xfrm>
            <a:custGeom>
              <a:avLst/>
              <a:gdLst>
                <a:gd name="T0" fmla="*/ 0 w 648"/>
                <a:gd name="T1" fmla="*/ 374 h 618"/>
                <a:gd name="T2" fmla="*/ 88 w 648"/>
                <a:gd name="T3" fmla="*/ 320 h 618"/>
                <a:gd name="T4" fmla="*/ 122 w 648"/>
                <a:gd name="T5" fmla="*/ 340 h 618"/>
                <a:gd name="T6" fmla="*/ 184 w 648"/>
                <a:gd name="T7" fmla="*/ 452 h 618"/>
                <a:gd name="T8" fmla="*/ 278 w 648"/>
                <a:gd name="T9" fmla="*/ 316 h 618"/>
                <a:gd name="T10" fmla="*/ 434 w 648"/>
                <a:gd name="T11" fmla="*/ 148 h 618"/>
                <a:gd name="T12" fmla="*/ 534 w 648"/>
                <a:gd name="T13" fmla="*/ 60 h 618"/>
                <a:gd name="T14" fmla="*/ 632 w 648"/>
                <a:gd name="T15" fmla="*/ 0 h 618"/>
                <a:gd name="T16" fmla="*/ 648 w 648"/>
                <a:gd name="T17" fmla="*/ 26 h 618"/>
                <a:gd name="T18" fmla="*/ 566 w 648"/>
                <a:gd name="T19" fmla="*/ 98 h 618"/>
                <a:gd name="T20" fmla="*/ 448 w 648"/>
                <a:gd name="T21" fmla="*/ 230 h 618"/>
                <a:gd name="T22" fmla="*/ 346 w 648"/>
                <a:gd name="T23" fmla="*/ 360 h 618"/>
                <a:gd name="T24" fmla="*/ 234 w 648"/>
                <a:gd name="T25" fmla="*/ 554 h 618"/>
                <a:gd name="T26" fmla="*/ 144 w 648"/>
                <a:gd name="T27" fmla="*/ 618 h 618"/>
                <a:gd name="T28" fmla="*/ 82 w 648"/>
                <a:gd name="T29" fmla="*/ 466 h 618"/>
                <a:gd name="T30" fmla="*/ 42 w 648"/>
                <a:gd name="T31" fmla="*/ 404 h 618"/>
                <a:gd name="T32" fmla="*/ 0 w 648"/>
                <a:gd name="T33" fmla="*/ 374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8" h="618">
                  <a:moveTo>
                    <a:pt x="0" y="374"/>
                  </a:moveTo>
                  <a:lnTo>
                    <a:pt x="88" y="320"/>
                  </a:lnTo>
                  <a:lnTo>
                    <a:pt x="122" y="340"/>
                  </a:lnTo>
                  <a:lnTo>
                    <a:pt x="184" y="452"/>
                  </a:lnTo>
                  <a:lnTo>
                    <a:pt x="278" y="316"/>
                  </a:lnTo>
                  <a:lnTo>
                    <a:pt x="434" y="148"/>
                  </a:lnTo>
                  <a:lnTo>
                    <a:pt x="534" y="60"/>
                  </a:lnTo>
                  <a:lnTo>
                    <a:pt x="632" y="0"/>
                  </a:lnTo>
                  <a:lnTo>
                    <a:pt x="648" y="26"/>
                  </a:lnTo>
                  <a:lnTo>
                    <a:pt x="566" y="98"/>
                  </a:lnTo>
                  <a:lnTo>
                    <a:pt x="448" y="230"/>
                  </a:lnTo>
                  <a:lnTo>
                    <a:pt x="346" y="360"/>
                  </a:lnTo>
                  <a:lnTo>
                    <a:pt x="234" y="554"/>
                  </a:lnTo>
                  <a:lnTo>
                    <a:pt x="144" y="618"/>
                  </a:lnTo>
                  <a:lnTo>
                    <a:pt x="82" y="466"/>
                  </a:lnTo>
                  <a:lnTo>
                    <a:pt x="42" y="404"/>
                  </a:lnTo>
                  <a:lnTo>
                    <a:pt x="0" y="37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80000">
                  <a:schemeClr val="accent2">
                    <a:lumMod val="60000"/>
                  </a:schemeClr>
                </a:gs>
                <a:gs pos="100000">
                  <a:schemeClr val="accent2"/>
                </a:gs>
              </a:gsLst>
              <a:lin ang="13500000" scaled="1"/>
              <a:tileRect/>
            </a:gradFill>
            <a:ln>
              <a:noFill/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6" name="Group 655">
            <a:extLst>
              <a:ext uri="{FF2B5EF4-FFF2-40B4-BE49-F238E27FC236}">
                <a16:creationId xmlns:a16="http://schemas.microsoft.com/office/drawing/2014/main" id="{46640548-0C49-4F5B-A24E-71C1099A2455}"/>
              </a:ext>
            </a:extLst>
          </p:cNvPr>
          <p:cNvGrpSpPr>
            <a:grpSpLocks/>
          </p:cNvGrpSpPr>
          <p:nvPr/>
        </p:nvGrpSpPr>
        <p:grpSpPr bwMode="auto">
          <a:xfrm>
            <a:off x="594743" y="2843199"/>
            <a:ext cx="257175" cy="228600"/>
            <a:chOff x="2834" y="173"/>
            <a:chExt cx="162" cy="144"/>
          </a:xfrm>
        </p:grpSpPr>
        <p:sp>
          <p:nvSpPr>
            <p:cNvPr id="17" name="Rectangle 653">
              <a:extLst>
                <a:ext uri="{FF2B5EF4-FFF2-40B4-BE49-F238E27FC236}">
                  <a16:creationId xmlns:a16="http://schemas.microsoft.com/office/drawing/2014/main" id="{56AF7F4F-5362-408A-B586-C79228BDB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05"/>
              <a:ext cx="146" cy="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Freeform 654">
              <a:extLst>
                <a:ext uri="{FF2B5EF4-FFF2-40B4-BE49-F238E27FC236}">
                  <a16:creationId xmlns:a16="http://schemas.microsoft.com/office/drawing/2014/main" id="{2079ACA3-08D5-4F5A-9B15-C8F477EB9377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844" y="173"/>
              <a:ext cx="152" cy="128"/>
            </a:xfrm>
            <a:custGeom>
              <a:avLst/>
              <a:gdLst>
                <a:gd name="T0" fmla="*/ 0 w 648"/>
                <a:gd name="T1" fmla="*/ 374 h 618"/>
                <a:gd name="T2" fmla="*/ 88 w 648"/>
                <a:gd name="T3" fmla="*/ 320 h 618"/>
                <a:gd name="T4" fmla="*/ 122 w 648"/>
                <a:gd name="T5" fmla="*/ 340 h 618"/>
                <a:gd name="T6" fmla="*/ 184 w 648"/>
                <a:gd name="T7" fmla="*/ 452 h 618"/>
                <a:gd name="T8" fmla="*/ 278 w 648"/>
                <a:gd name="T9" fmla="*/ 316 h 618"/>
                <a:gd name="T10" fmla="*/ 434 w 648"/>
                <a:gd name="T11" fmla="*/ 148 h 618"/>
                <a:gd name="T12" fmla="*/ 534 w 648"/>
                <a:gd name="T13" fmla="*/ 60 h 618"/>
                <a:gd name="T14" fmla="*/ 632 w 648"/>
                <a:gd name="T15" fmla="*/ 0 h 618"/>
                <a:gd name="T16" fmla="*/ 648 w 648"/>
                <a:gd name="T17" fmla="*/ 26 h 618"/>
                <a:gd name="T18" fmla="*/ 566 w 648"/>
                <a:gd name="T19" fmla="*/ 98 h 618"/>
                <a:gd name="T20" fmla="*/ 448 w 648"/>
                <a:gd name="T21" fmla="*/ 230 h 618"/>
                <a:gd name="T22" fmla="*/ 346 w 648"/>
                <a:gd name="T23" fmla="*/ 360 h 618"/>
                <a:gd name="T24" fmla="*/ 234 w 648"/>
                <a:gd name="T25" fmla="*/ 554 h 618"/>
                <a:gd name="T26" fmla="*/ 144 w 648"/>
                <a:gd name="T27" fmla="*/ 618 h 618"/>
                <a:gd name="T28" fmla="*/ 82 w 648"/>
                <a:gd name="T29" fmla="*/ 466 h 618"/>
                <a:gd name="T30" fmla="*/ 42 w 648"/>
                <a:gd name="T31" fmla="*/ 404 h 618"/>
                <a:gd name="T32" fmla="*/ 0 w 648"/>
                <a:gd name="T33" fmla="*/ 374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8" h="618">
                  <a:moveTo>
                    <a:pt x="0" y="374"/>
                  </a:moveTo>
                  <a:lnTo>
                    <a:pt x="88" y="320"/>
                  </a:lnTo>
                  <a:lnTo>
                    <a:pt x="122" y="340"/>
                  </a:lnTo>
                  <a:lnTo>
                    <a:pt x="184" y="452"/>
                  </a:lnTo>
                  <a:lnTo>
                    <a:pt x="278" y="316"/>
                  </a:lnTo>
                  <a:lnTo>
                    <a:pt x="434" y="148"/>
                  </a:lnTo>
                  <a:lnTo>
                    <a:pt x="534" y="60"/>
                  </a:lnTo>
                  <a:lnTo>
                    <a:pt x="632" y="0"/>
                  </a:lnTo>
                  <a:lnTo>
                    <a:pt x="648" y="26"/>
                  </a:lnTo>
                  <a:lnTo>
                    <a:pt x="566" y="98"/>
                  </a:lnTo>
                  <a:lnTo>
                    <a:pt x="448" y="230"/>
                  </a:lnTo>
                  <a:lnTo>
                    <a:pt x="346" y="360"/>
                  </a:lnTo>
                  <a:lnTo>
                    <a:pt x="234" y="554"/>
                  </a:lnTo>
                  <a:lnTo>
                    <a:pt x="144" y="618"/>
                  </a:lnTo>
                  <a:lnTo>
                    <a:pt x="82" y="466"/>
                  </a:lnTo>
                  <a:lnTo>
                    <a:pt x="42" y="404"/>
                  </a:lnTo>
                  <a:lnTo>
                    <a:pt x="0" y="37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80000">
                  <a:schemeClr val="accent2">
                    <a:lumMod val="60000"/>
                  </a:schemeClr>
                </a:gs>
                <a:gs pos="100000">
                  <a:schemeClr val="accent2"/>
                </a:gs>
              </a:gsLst>
              <a:lin ang="13500000" scaled="1"/>
              <a:tileRect/>
            </a:gradFill>
            <a:ln>
              <a:noFill/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endParaRPr lang="ko-KR" altLang="en-US" kern="1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5" y="3709755"/>
            <a:ext cx="4833492" cy="2484000"/>
          </a:xfrm>
          <a:prstGeom prst="rect">
            <a:avLst/>
          </a:prstGeom>
        </p:spPr>
      </p:pic>
      <p:pic>
        <p:nvPicPr>
          <p:cNvPr id="20" name="Picture 2" descr="https://upload.wikimedia.org/wikipedia/commons/thumb/b/b9/CRISP-DM_Process_Diagram.png/1024px-CRISP-DM_Process_Diagram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380" y="3505200"/>
            <a:ext cx="2702328" cy="270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6177F9D4-6D66-4562-861A-DDBE33147A8D}"/>
              </a:ext>
            </a:extLst>
          </p:cNvPr>
          <p:cNvSpPr txBox="1">
            <a:spLocks/>
          </p:cNvSpPr>
          <p:nvPr/>
        </p:nvSpPr>
        <p:spPr bwMode="auto">
          <a:xfrm>
            <a:off x="1295400" y="2843199"/>
            <a:ext cx="5715000" cy="5858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800" b="0" kern="100" dirty="0">
                <a:latin typeface="Arial" panose="020B0604020202020204" pitchFamily="34" charset="0"/>
                <a:cs typeface="Arial" panose="020B0604020202020204" pitchFamily="34" charset="0"/>
              </a:rPr>
              <a:t>Key objective: apply data analytics to inform decision making and achieve business values (selling points).</a:t>
            </a:r>
          </a:p>
        </p:txBody>
      </p:sp>
    </p:spTree>
    <p:extLst>
      <p:ext uri="{BB962C8B-B14F-4D97-AF65-F5344CB8AC3E}">
        <p14:creationId xmlns:p14="http://schemas.microsoft.com/office/powerpoint/2010/main" val="62525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78">
            <a:extLst>
              <a:ext uri="{FF2B5EF4-FFF2-40B4-BE49-F238E27FC236}">
                <a16:creationId xmlns:a16="http://schemas.microsoft.com/office/drawing/2014/main" id="{2AD3182A-61B7-4615-A84D-C8926ABFE622}"/>
              </a:ext>
            </a:extLst>
          </p:cNvPr>
          <p:cNvSpPr/>
          <p:nvPr/>
        </p:nvSpPr>
        <p:spPr bwMode="blackWhite">
          <a:xfrm>
            <a:off x="4997485" y="3079374"/>
            <a:ext cx="4667798" cy="3410326"/>
          </a:xfrm>
          <a:prstGeom prst="rect">
            <a:avLst/>
          </a:prstGeom>
          <a:noFill/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E894CD4-3851-41EF-A9C1-D25A8E159707}"/>
              </a:ext>
            </a:extLst>
          </p:cNvPr>
          <p:cNvSpPr/>
          <p:nvPr/>
        </p:nvSpPr>
        <p:spPr bwMode="blackWhite">
          <a:xfrm>
            <a:off x="227013" y="3079374"/>
            <a:ext cx="4667798" cy="3410326"/>
          </a:xfrm>
          <a:prstGeom prst="rect">
            <a:avLst/>
          </a:prstGeom>
          <a:noFill/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23099E-CB3C-43DE-8037-7D36FB4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75" y="278463"/>
            <a:ext cx="9001125" cy="40011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</a:rPr>
              <a:t>Prediction of sales is challenging</a:t>
            </a:r>
            <a:endParaRPr lang="en-GB" b="0" dirty="0">
              <a:latin typeface="Arial" panose="020B0604020202020204" pitchFamily="34" charset="0"/>
            </a:endParaRPr>
          </a:p>
        </p:txBody>
      </p:sp>
      <p:sp>
        <p:nvSpPr>
          <p:cNvPr id="13" name="AutoShape 219">
            <a:extLst>
              <a:ext uri="{FF2B5EF4-FFF2-40B4-BE49-F238E27FC236}">
                <a16:creationId xmlns:a16="http://schemas.microsoft.com/office/drawing/2014/main" id="{0E276732-FDAE-45C1-8C9C-4ADFC49814B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90800" y="2641729"/>
            <a:ext cx="4697228" cy="343805"/>
          </a:xfrm>
          <a:prstGeom prst="downArrow">
            <a:avLst>
              <a:gd name="adj1" fmla="val 68398"/>
              <a:gd name="adj2" fmla="val 100000"/>
            </a:avLst>
          </a:prstGeom>
          <a:gradFill rotWithShape="1">
            <a:gsLst>
              <a:gs pos="0">
                <a:schemeClr val="bg1"/>
              </a:gs>
              <a:gs pos="100000">
                <a:schemeClr val="bg2">
                  <a:lumMod val="50000"/>
                </a:schemeClr>
              </a:gs>
            </a:gsLst>
            <a:lin ang="5400000" scaled="1"/>
          </a:gra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0000"/>
              </a:lnSpc>
              <a:spcBef>
                <a:spcPts val="300"/>
              </a:spcBef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992FDC-5566-47C0-A5FB-EB183B2BF04A}"/>
              </a:ext>
            </a:extLst>
          </p:cNvPr>
          <p:cNvSpPr/>
          <p:nvPr/>
        </p:nvSpPr>
        <p:spPr bwMode="blackWhite">
          <a:xfrm>
            <a:off x="652524" y="1499380"/>
            <a:ext cx="1515072" cy="8461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700" b="0" dirty="0">
                <a:solidFill>
                  <a:schemeClr val="tx1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69007578-34BF-47C7-9E9E-CEA1862A4F78}"/>
              </a:ext>
            </a:extLst>
          </p:cNvPr>
          <p:cNvSpPr txBox="1">
            <a:spLocks/>
          </p:cNvSpPr>
          <p:nvPr/>
        </p:nvSpPr>
        <p:spPr bwMode="auto">
          <a:xfrm>
            <a:off x="2431363" y="1643550"/>
            <a:ext cx="7131401" cy="5917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77800" lvl="1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700" kern="100" dirty="0">
                <a:latin typeface="Arial" panose="020B0604020202020204" pitchFamily="34" charset="0"/>
                <a:cs typeface="Arial" panose="020B0604020202020204" pitchFamily="34" charset="0"/>
              </a:rPr>
              <a:t>Forecasting</a:t>
            </a:r>
            <a:r>
              <a:rPr lang="en-GB" altLang="ko-KR" sz="1700" b="0" kern="100" dirty="0">
                <a:latin typeface="Arial" panose="020B0604020202020204" pitchFamily="34" charset="0"/>
                <a:cs typeface="Arial" panose="020B0604020202020204" pitchFamily="34" charset="0"/>
              </a:rPr>
              <a:t> the 6 weeks of daily sales for 1,115 stores</a:t>
            </a:r>
          </a:p>
          <a:p>
            <a:pPr marL="177800" lvl="1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700" b="0" kern="100" dirty="0">
                <a:latin typeface="Arial" panose="020B0604020202020204" pitchFamily="34" charset="0"/>
                <a:cs typeface="Arial" panose="020B0604020202020204" pitchFamily="34" charset="0"/>
              </a:rPr>
              <a:t>More reliable sales prediction </a:t>
            </a:r>
            <a:r>
              <a:rPr lang="en-GB" altLang="ko-KR" sz="1700" b="0" kern="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Increasing </a:t>
            </a:r>
            <a:r>
              <a:rPr lang="en-GB" altLang="ko-KR" sz="1700" kern="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Profitability &amp; Productivity</a:t>
            </a:r>
            <a:endParaRPr lang="en-GB" altLang="ko-KR" sz="170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85D96BB-F6B0-4FCB-A36B-C6E04D4F200D}"/>
              </a:ext>
            </a:extLst>
          </p:cNvPr>
          <p:cNvSpPr/>
          <p:nvPr/>
        </p:nvSpPr>
        <p:spPr bwMode="blackWhite">
          <a:xfrm>
            <a:off x="315099" y="3221501"/>
            <a:ext cx="4506445" cy="402259"/>
          </a:xfrm>
          <a:prstGeom prst="rect">
            <a:avLst/>
          </a:prstGeom>
          <a:solidFill>
            <a:schemeClr val="tx2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700" b="0" dirty="0">
                <a:solidFill>
                  <a:schemeClr val="bg1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Forecasting accurately as possible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868EDE-F5B0-49A7-BD24-0316114DC361}"/>
              </a:ext>
            </a:extLst>
          </p:cNvPr>
          <p:cNvSpPr/>
          <p:nvPr/>
        </p:nvSpPr>
        <p:spPr bwMode="blackWhite">
          <a:xfrm>
            <a:off x="5084456" y="3221501"/>
            <a:ext cx="4506445" cy="402259"/>
          </a:xfrm>
          <a:prstGeom prst="rect">
            <a:avLst/>
          </a:prstGeom>
          <a:solidFill>
            <a:schemeClr val="tx2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700" b="0" dirty="0">
                <a:solidFill>
                  <a:schemeClr val="bg1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Understand the dataset fully</a:t>
            </a:r>
          </a:p>
        </p:txBody>
      </p:sp>
      <p:grpSp>
        <p:nvGrpSpPr>
          <p:cNvPr id="23" name="Group 171">
            <a:extLst>
              <a:ext uri="{FF2B5EF4-FFF2-40B4-BE49-F238E27FC236}">
                <a16:creationId xmlns:a16="http://schemas.microsoft.com/office/drawing/2014/main" id="{75E8C0AC-4AA2-436C-AC68-625AD3CE5D84}"/>
              </a:ext>
            </a:extLst>
          </p:cNvPr>
          <p:cNvGrpSpPr>
            <a:grpSpLocks/>
          </p:cNvGrpSpPr>
          <p:nvPr/>
        </p:nvGrpSpPr>
        <p:grpSpPr bwMode="auto">
          <a:xfrm rot="2673613">
            <a:off x="4775903" y="3262287"/>
            <a:ext cx="354418" cy="359124"/>
            <a:chOff x="4836" y="1329"/>
            <a:chExt cx="136" cy="136"/>
          </a:xfrm>
        </p:grpSpPr>
        <p:sp>
          <p:nvSpPr>
            <p:cNvPr id="24" name="Oval 172">
              <a:extLst>
                <a:ext uri="{FF2B5EF4-FFF2-40B4-BE49-F238E27FC236}">
                  <a16:creationId xmlns:a16="http://schemas.microsoft.com/office/drawing/2014/main" id="{EEF6270B-77BD-4C42-A734-FDA9DE929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1329"/>
              <a:ext cx="136" cy="136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0C0C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Autofit/>
            </a:bodyPr>
            <a:lstStyle/>
            <a:p>
              <a:pPr algn="ctr" latinLnBrk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ko-KR" sz="1100" dirty="0">
                <a:solidFill>
                  <a:schemeClr val="bg1"/>
                </a:solidFill>
                <a:latin typeface="+mj-lt"/>
                <a:ea typeface="맑은 고딕" pitchFamily="50" charset="-127"/>
              </a:endParaRPr>
            </a:p>
          </p:txBody>
        </p:sp>
        <p:grpSp>
          <p:nvGrpSpPr>
            <p:cNvPr id="25" name="Group 173">
              <a:extLst>
                <a:ext uri="{FF2B5EF4-FFF2-40B4-BE49-F238E27FC236}">
                  <a16:creationId xmlns:a16="http://schemas.microsoft.com/office/drawing/2014/main" id="{2E08FE72-8C07-4C63-BAC6-CAA5E35480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9" y="1368"/>
              <a:ext cx="10" cy="58"/>
              <a:chOff x="4899" y="1368"/>
              <a:chExt cx="10" cy="58"/>
            </a:xfrm>
          </p:grpSpPr>
          <p:sp>
            <p:nvSpPr>
              <p:cNvPr id="26" name="Rectangle 174">
                <a:extLst>
                  <a:ext uri="{FF2B5EF4-FFF2-40B4-BE49-F238E27FC236}">
                    <a16:creationId xmlns:a16="http://schemas.microsoft.com/office/drawing/2014/main" id="{717D0186-47BA-495F-89EF-45CB1B0FE74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8900000" flipV="1">
                <a:off x="4875" y="1392"/>
                <a:ext cx="58" cy="10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pPr algn="ctr"/>
                <a:endParaRPr lang="ko-KR" altLang="en-US" sz="1100" dirty="0">
                  <a:latin typeface="+mj-lt"/>
                </a:endParaRPr>
              </a:p>
            </p:txBody>
          </p:sp>
          <p:sp>
            <p:nvSpPr>
              <p:cNvPr id="27" name="Rectangle 175">
                <a:extLst>
                  <a:ext uri="{FF2B5EF4-FFF2-40B4-BE49-F238E27FC236}">
                    <a16:creationId xmlns:a16="http://schemas.microsoft.com/office/drawing/2014/main" id="{B54F44C0-D5D0-4EBF-A901-61524B9D96D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2700000" flipH="1" flipV="1">
                <a:off x="4875" y="1392"/>
                <a:ext cx="58" cy="10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/>
              <a:p>
                <a:pPr algn="ctr"/>
                <a:endParaRPr lang="ko-KR" altLang="en-US" sz="1100" dirty="0">
                  <a:latin typeface="+mj-lt"/>
                </a:endParaRPr>
              </a:p>
            </p:txBody>
          </p:sp>
        </p:grp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D91C0D2A-7943-4C91-AB7F-EB1C92B0A161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732333" y="3821041"/>
            <a:ext cx="1605025" cy="650459"/>
          </a:xfrm>
          <a:prstGeom prst="rec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CC08A91-560F-4B8D-A11E-4DE3E78BF82B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8354" y="5210422"/>
            <a:ext cx="1605025" cy="650459"/>
          </a:xfrm>
          <a:prstGeom prst="rec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81CA7EB-8056-4655-8CFF-B54EC72916EF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765158" y="5210422"/>
            <a:ext cx="1605025" cy="650459"/>
          </a:xfrm>
          <a:prstGeom prst="rec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1E898D98-8C44-480D-AAE1-DF92F4BD994E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38354" y="3813693"/>
            <a:ext cx="1605025" cy="650459"/>
          </a:xfrm>
          <a:prstGeom prst="rec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4" name="내용 개체 틀 2">
            <a:extLst>
              <a:ext uri="{FF2B5EF4-FFF2-40B4-BE49-F238E27FC236}">
                <a16:creationId xmlns:a16="http://schemas.microsoft.com/office/drawing/2014/main" id="{0FFEE7F9-20D2-4027-96A8-11B4166FF733}"/>
              </a:ext>
            </a:extLst>
          </p:cNvPr>
          <p:cNvSpPr txBox="1">
            <a:spLocks/>
          </p:cNvSpPr>
          <p:nvPr/>
        </p:nvSpPr>
        <p:spPr bwMode="auto">
          <a:xfrm>
            <a:off x="643180" y="4014016"/>
            <a:ext cx="1600199" cy="2498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i="1" kern="100" dirty="0"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48DC8753-41CB-4900-94F2-818614A5F5BA}"/>
              </a:ext>
            </a:extLst>
          </p:cNvPr>
          <p:cNvSpPr txBox="1">
            <a:spLocks/>
          </p:cNvSpPr>
          <p:nvPr/>
        </p:nvSpPr>
        <p:spPr bwMode="auto">
          <a:xfrm>
            <a:off x="2729585" y="3921028"/>
            <a:ext cx="1600199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i="1" kern="100" dirty="0">
                <a:latin typeface="Arial" panose="020B0604020202020204" pitchFamily="34" charset="0"/>
                <a:cs typeface="Arial" panose="020B0604020202020204" pitchFamily="34" charset="0"/>
              </a:rPr>
              <a:t>SAS Miner</a:t>
            </a:r>
            <a:br>
              <a:rPr lang="en-GB" altLang="ko-KR" sz="1600" b="0" i="1" kern="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ko-KR" sz="1600" b="0" i="1" kern="100" dirty="0">
                <a:latin typeface="Arial" panose="020B0604020202020204" pitchFamily="34" charset="0"/>
                <a:cs typeface="Arial" panose="020B0604020202020204" pitchFamily="34" charset="0"/>
              </a:rPr>
              <a:t>Workstation</a:t>
            </a:r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A0A47BA0-BA12-494E-AE3F-8560A0DF7EAB}"/>
              </a:ext>
            </a:extLst>
          </p:cNvPr>
          <p:cNvSpPr txBox="1">
            <a:spLocks/>
          </p:cNvSpPr>
          <p:nvPr/>
        </p:nvSpPr>
        <p:spPr bwMode="auto">
          <a:xfrm>
            <a:off x="643180" y="5433349"/>
            <a:ext cx="1600199" cy="2498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i="1" kern="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Python/R?</a:t>
            </a:r>
          </a:p>
        </p:txBody>
      </p:sp>
      <p:sp>
        <p:nvSpPr>
          <p:cNvPr id="37" name="내용 개체 틀 2">
            <a:extLst>
              <a:ext uri="{FF2B5EF4-FFF2-40B4-BE49-F238E27FC236}">
                <a16:creationId xmlns:a16="http://schemas.microsoft.com/office/drawing/2014/main" id="{C89AD368-3A84-44A7-B325-0C75723BEF53}"/>
              </a:ext>
            </a:extLst>
          </p:cNvPr>
          <p:cNvSpPr txBox="1">
            <a:spLocks/>
          </p:cNvSpPr>
          <p:nvPr/>
        </p:nvSpPr>
        <p:spPr bwMode="auto">
          <a:xfrm>
            <a:off x="2745083" y="5293863"/>
            <a:ext cx="1600199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i="1" kern="100" dirty="0">
                <a:latin typeface="Arial" panose="020B0604020202020204" pitchFamily="34" charset="0"/>
                <a:cs typeface="Arial" panose="020B0604020202020204" pitchFamily="34" charset="0"/>
              </a:rPr>
              <a:t>SAS Enterprise</a:t>
            </a:r>
            <a:br>
              <a:rPr lang="en-GB" altLang="ko-KR" sz="1600" b="0" i="1" kern="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ko-KR" sz="1600" b="0" i="1" kern="100" dirty="0">
                <a:latin typeface="Arial" panose="020B0604020202020204" pitchFamily="34" charset="0"/>
                <a:cs typeface="Arial" panose="020B0604020202020204" pitchFamily="34" charset="0"/>
              </a:rPr>
              <a:t>Guide</a:t>
            </a:r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F2FEC109-BD4B-4876-8F6F-882FEFACA11A}"/>
              </a:ext>
            </a:extLst>
          </p:cNvPr>
          <p:cNvSpPr txBox="1">
            <a:spLocks/>
          </p:cNvSpPr>
          <p:nvPr/>
        </p:nvSpPr>
        <p:spPr bwMode="auto">
          <a:xfrm>
            <a:off x="643180" y="4555757"/>
            <a:ext cx="1947620" cy="5206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Explore data, clustering, visualise</a:t>
            </a:r>
          </a:p>
        </p:txBody>
      </p:sp>
      <p:sp>
        <p:nvSpPr>
          <p:cNvPr id="39" name="내용 개체 틀 2">
            <a:extLst>
              <a:ext uri="{FF2B5EF4-FFF2-40B4-BE49-F238E27FC236}">
                <a16:creationId xmlns:a16="http://schemas.microsoft.com/office/drawing/2014/main" id="{98667640-BF82-4955-9E7F-32513937E33F}"/>
              </a:ext>
            </a:extLst>
          </p:cNvPr>
          <p:cNvSpPr txBox="1">
            <a:spLocks/>
          </p:cNvSpPr>
          <p:nvPr/>
        </p:nvSpPr>
        <p:spPr bwMode="auto">
          <a:xfrm>
            <a:off x="2729585" y="4555757"/>
            <a:ext cx="2012957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Modelling, prediction</a:t>
            </a:r>
          </a:p>
        </p:txBody>
      </p:sp>
      <p:sp>
        <p:nvSpPr>
          <p:cNvPr id="40" name="내용 개체 틀 2">
            <a:extLst>
              <a:ext uri="{FF2B5EF4-FFF2-40B4-BE49-F238E27FC236}">
                <a16:creationId xmlns:a16="http://schemas.microsoft.com/office/drawing/2014/main" id="{9B21E60D-93AA-4AA2-B7C1-2C9E16555D9B}"/>
              </a:ext>
            </a:extLst>
          </p:cNvPr>
          <p:cNvSpPr txBox="1">
            <a:spLocks/>
          </p:cNvSpPr>
          <p:nvPr/>
        </p:nvSpPr>
        <p:spPr bwMode="auto">
          <a:xfrm>
            <a:off x="643180" y="5936125"/>
            <a:ext cx="1947620" cy="5206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Extract time series historical data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ADE473B8-25FB-4BC3-8A38-B73F75AA0097}"/>
              </a:ext>
            </a:extLst>
          </p:cNvPr>
          <p:cNvSpPr txBox="1">
            <a:spLocks/>
          </p:cNvSpPr>
          <p:nvPr/>
        </p:nvSpPr>
        <p:spPr bwMode="auto">
          <a:xfrm>
            <a:off x="2729585" y="5936125"/>
            <a:ext cx="2012957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Figuring out influential input variables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F7F8ACFB-DCFE-47B2-AA0D-5992B83440C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629" b="5890"/>
          <a:stretch/>
        </p:blipFill>
        <p:spPr>
          <a:xfrm>
            <a:off x="5379257" y="3875366"/>
            <a:ext cx="1752209" cy="783076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10FC944-3A96-414C-A139-8B68AC67C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9257" y="5131213"/>
            <a:ext cx="1752209" cy="809230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9E77F7A-9881-49CE-ABDE-9A8EC2643B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629" b="5890"/>
          <a:stretch/>
        </p:blipFill>
        <p:spPr>
          <a:xfrm>
            <a:off x="5338858" y="3917765"/>
            <a:ext cx="1752209" cy="783076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B6860871-4BCF-47B7-9F54-20F39476B8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8858" y="5173612"/>
            <a:ext cx="1752209" cy="809230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8E6096A-E1F0-44A5-AC62-7EBB62C7494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629" b="5890"/>
          <a:stretch/>
        </p:blipFill>
        <p:spPr>
          <a:xfrm>
            <a:off x="5281711" y="3968457"/>
            <a:ext cx="1752209" cy="783076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65E3D78A-1C62-4B0A-9BF0-F810D6E437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711" y="5224304"/>
            <a:ext cx="1752209" cy="809230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69" name="내용 개체 틀 2">
            <a:extLst>
              <a:ext uri="{FF2B5EF4-FFF2-40B4-BE49-F238E27FC236}">
                <a16:creationId xmlns:a16="http://schemas.microsoft.com/office/drawing/2014/main" id="{43AA40E7-48A5-48D7-B1EF-692895BA13D3}"/>
              </a:ext>
            </a:extLst>
          </p:cNvPr>
          <p:cNvSpPr txBox="1">
            <a:spLocks/>
          </p:cNvSpPr>
          <p:nvPr/>
        </p:nvSpPr>
        <p:spPr bwMode="auto">
          <a:xfrm>
            <a:off x="5720912" y="4216371"/>
            <a:ext cx="1600199" cy="2498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i="1" kern="100" dirty="0">
                <a:latin typeface="Arial" panose="020B0604020202020204" pitchFamily="34" charset="0"/>
                <a:cs typeface="Arial" panose="020B0604020202020204" pitchFamily="34" charset="0"/>
              </a:rPr>
              <a:t>store.csv</a:t>
            </a:r>
          </a:p>
        </p:txBody>
      </p: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463F11D6-0993-465B-9953-7A129AB56DDA}"/>
              </a:ext>
            </a:extLst>
          </p:cNvPr>
          <p:cNvSpPr txBox="1">
            <a:spLocks/>
          </p:cNvSpPr>
          <p:nvPr/>
        </p:nvSpPr>
        <p:spPr bwMode="auto">
          <a:xfrm>
            <a:off x="7331384" y="3715270"/>
            <a:ext cx="2449719" cy="137165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 type &amp; assortment</a:t>
            </a:r>
          </a:p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competition distance ?</a:t>
            </a:r>
            <a:b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competition </a:t>
            </a:r>
            <a:r>
              <a:rPr lang="en-GB" altLang="ko-KR" sz="1600" b="0" kern="100" dirty="0" err="1">
                <a:latin typeface="Arial" panose="020B0604020202020204" pitchFamily="34" charset="0"/>
                <a:cs typeface="Arial" panose="020B0604020202020204" pitchFamily="34" charset="0"/>
              </a:rPr>
              <a:t>opensince</a:t>
            </a: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  <a:b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promo2 ?</a:t>
            </a:r>
            <a:b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altLang="ko-KR" sz="160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내용 개체 틀 2">
            <a:extLst>
              <a:ext uri="{FF2B5EF4-FFF2-40B4-BE49-F238E27FC236}">
                <a16:creationId xmlns:a16="http://schemas.microsoft.com/office/drawing/2014/main" id="{5D5B5D10-9DB1-4B68-94ED-2EFB6285EFF0}"/>
              </a:ext>
            </a:extLst>
          </p:cNvPr>
          <p:cNvSpPr txBox="1">
            <a:spLocks/>
          </p:cNvSpPr>
          <p:nvPr/>
        </p:nvSpPr>
        <p:spPr bwMode="auto">
          <a:xfrm>
            <a:off x="5771584" y="5464138"/>
            <a:ext cx="1600199" cy="2498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i="1" kern="100" dirty="0">
                <a:latin typeface="Arial" panose="020B0604020202020204" pitchFamily="34" charset="0"/>
                <a:cs typeface="Arial" panose="020B0604020202020204" pitchFamily="34" charset="0"/>
              </a:rPr>
              <a:t>train.csv</a:t>
            </a:r>
          </a:p>
        </p:txBody>
      </p:sp>
      <p:sp>
        <p:nvSpPr>
          <p:cNvPr id="74" name="내용 개체 틀 2">
            <a:extLst>
              <a:ext uri="{FF2B5EF4-FFF2-40B4-BE49-F238E27FC236}">
                <a16:creationId xmlns:a16="http://schemas.microsoft.com/office/drawing/2014/main" id="{DB4323E8-939C-40ED-AE60-9AD6D88AB0DA}"/>
              </a:ext>
            </a:extLst>
          </p:cNvPr>
          <p:cNvSpPr txBox="1">
            <a:spLocks/>
          </p:cNvSpPr>
          <p:nvPr/>
        </p:nvSpPr>
        <p:spPr bwMode="auto">
          <a:xfrm>
            <a:off x="7325073" y="5029200"/>
            <a:ext cx="2449719" cy="17020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kern="100" dirty="0" err="1">
                <a:latin typeface="Arial" panose="020B0604020202020204" pitchFamily="34" charset="0"/>
                <a:cs typeface="Arial" panose="020B0604020202020204" pitchFamily="34" charset="0"/>
              </a:rPr>
              <a:t>dayofweek</a:t>
            </a: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  <a:b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open?</a:t>
            </a:r>
            <a:b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promo?</a:t>
            </a:r>
          </a:p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holidays?</a:t>
            </a:r>
          </a:p>
          <a:p>
            <a:pPr marL="1587" lvl="1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600" b="0" kern="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customers?</a:t>
            </a:r>
            <a:b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altLang="ko-KR" sz="160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6ECD6B-447F-4E30-ABF9-4E37B49AFBC1}"/>
              </a:ext>
            </a:extLst>
          </p:cNvPr>
          <p:cNvSpPr txBox="1"/>
          <p:nvPr/>
        </p:nvSpPr>
        <p:spPr>
          <a:xfrm rot="5400000">
            <a:off x="7699432" y="6329133"/>
            <a:ext cx="519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0" dirty="0">
                <a:solidFill>
                  <a:schemeClr val="tx1"/>
                </a:solidFill>
                <a:cs typeface="Arial" panose="020B0604020202020204" pitchFamily="34" charset="0"/>
              </a:rPr>
              <a:t>…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6D64B2-04D7-41B6-B826-E39B62846DEE}"/>
              </a:ext>
            </a:extLst>
          </p:cNvPr>
          <p:cNvSpPr txBox="1"/>
          <p:nvPr/>
        </p:nvSpPr>
        <p:spPr>
          <a:xfrm rot="5400000">
            <a:off x="7660747" y="4703374"/>
            <a:ext cx="519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0" dirty="0">
                <a:solidFill>
                  <a:schemeClr val="tx1"/>
                </a:solidFill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8245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3099E-CB3C-43DE-8037-7D36FB4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75" y="278463"/>
            <a:ext cx="9001125" cy="8002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</a:rPr>
              <a:t>Data preparation &amp; pre-processing to predictive modelling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0E4AA66-81A6-4167-8A07-471CB131F3EA}"/>
              </a:ext>
            </a:extLst>
          </p:cNvPr>
          <p:cNvSpPr/>
          <p:nvPr/>
        </p:nvSpPr>
        <p:spPr>
          <a:xfrm>
            <a:off x="4599611" y="1375360"/>
            <a:ext cx="5101620" cy="3618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0D1E2D-3A63-405C-A645-08F873121F69}"/>
              </a:ext>
            </a:extLst>
          </p:cNvPr>
          <p:cNvSpPr/>
          <p:nvPr/>
        </p:nvSpPr>
        <p:spPr>
          <a:xfrm>
            <a:off x="4751390" y="1437534"/>
            <a:ext cx="355343" cy="2432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9DE3D8-7A68-459E-A4E2-F643AC90B00D}"/>
              </a:ext>
            </a:extLst>
          </p:cNvPr>
          <p:cNvSpPr txBox="1"/>
          <p:nvPr/>
        </p:nvSpPr>
        <p:spPr>
          <a:xfrm>
            <a:off x="5106733" y="1411895"/>
            <a:ext cx="795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dirty="0">
                <a:solidFill>
                  <a:schemeClr val="tx1"/>
                </a:solidFill>
                <a:cs typeface="Arial" panose="020B0604020202020204" pitchFamily="34" charset="0"/>
              </a:rPr>
              <a:t>Activity</a:t>
            </a: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EB283FFF-C96B-4AC4-9DE7-2BF0C913873D}"/>
              </a:ext>
            </a:extLst>
          </p:cNvPr>
          <p:cNvSpPr/>
          <p:nvPr/>
        </p:nvSpPr>
        <p:spPr>
          <a:xfrm>
            <a:off x="5922018" y="1437534"/>
            <a:ext cx="355343" cy="243254"/>
          </a:xfrm>
          <a:prstGeom prst="snip1Rect">
            <a:avLst>
              <a:gd name="adj" fmla="val 4737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C0EE3C-D8CC-4F63-BC85-F66EB10C0F64}"/>
              </a:ext>
            </a:extLst>
          </p:cNvPr>
          <p:cNvSpPr txBox="1"/>
          <p:nvPr/>
        </p:nvSpPr>
        <p:spPr>
          <a:xfrm>
            <a:off x="6264134" y="1411895"/>
            <a:ext cx="992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dirty="0">
                <a:solidFill>
                  <a:schemeClr val="tx1"/>
                </a:solidFill>
                <a:cs typeface="Arial" panose="020B0604020202020204" pitchFamily="34" charset="0"/>
              </a:rPr>
              <a:t>Data set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FC7BFF1-BD4D-45F2-9344-3DF00478B589}"/>
              </a:ext>
            </a:extLst>
          </p:cNvPr>
          <p:cNvSpPr/>
          <p:nvPr/>
        </p:nvSpPr>
        <p:spPr>
          <a:xfrm>
            <a:off x="7216470" y="1437534"/>
            <a:ext cx="355343" cy="24325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42B90C-FE35-4632-BB6A-FFBB152571F0}"/>
              </a:ext>
            </a:extLst>
          </p:cNvPr>
          <p:cNvSpPr txBox="1"/>
          <p:nvPr/>
        </p:nvSpPr>
        <p:spPr>
          <a:xfrm>
            <a:off x="7617633" y="1411895"/>
            <a:ext cx="2061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dirty="0">
                <a:solidFill>
                  <a:schemeClr val="tx1"/>
                </a:solidFill>
                <a:cs typeface="Arial" panose="020B0604020202020204" pitchFamily="34" charset="0"/>
              </a:rPr>
              <a:t>Target of Consideration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6C6B738-0E79-4459-880C-F6266C6DC488}"/>
              </a:ext>
            </a:extLst>
          </p:cNvPr>
          <p:cNvGrpSpPr/>
          <p:nvPr/>
        </p:nvGrpSpPr>
        <p:grpSpPr>
          <a:xfrm>
            <a:off x="227013" y="1827013"/>
            <a:ext cx="917899" cy="2184277"/>
            <a:chOff x="227013" y="1827013"/>
            <a:chExt cx="917899" cy="2184277"/>
          </a:xfrm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6D732E1-3E5B-4AFF-8F9D-62DC7CD02B26}"/>
                </a:ext>
              </a:extLst>
            </p:cNvPr>
            <p:cNvSpPr/>
            <p:nvPr/>
          </p:nvSpPr>
          <p:spPr bwMode="blackWhite">
            <a:xfrm>
              <a:off x="227013" y="1827013"/>
              <a:ext cx="917899" cy="2184277"/>
            </a:xfrm>
            <a:prstGeom prst="rect">
              <a:avLst/>
            </a:prstGeom>
            <a:solidFill>
              <a:schemeClr val="tx2"/>
            </a:solidFill>
            <a:ln w="635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vert="vert270"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700" b="0" dirty="0">
                  <a:solidFill>
                    <a:schemeClr val="bg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Data preparation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700" b="0" dirty="0">
                  <a:solidFill>
                    <a:schemeClr val="bg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Pre- processing </a:t>
              </a: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E8748F8-5846-4C74-8B79-478791FB0A0D}"/>
                </a:ext>
              </a:extLst>
            </p:cNvPr>
            <p:cNvSpPr/>
            <p:nvPr/>
          </p:nvSpPr>
          <p:spPr bwMode="blackWhite">
            <a:xfrm>
              <a:off x="293273" y="1898101"/>
              <a:ext cx="182880" cy="182880"/>
            </a:xfrm>
            <a:prstGeom prst="rect">
              <a:avLst/>
            </a:prstGeom>
            <a:solidFill>
              <a:schemeClr val="bg1"/>
            </a:solidFill>
            <a:ln w="635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200" dirty="0">
                  <a:solidFill>
                    <a:schemeClr val="tx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C6AA9D4-6185-4C1B-8F7B-289E1D800442}"/>
              </a:ext>
            </a:extLst>
          </p:cNvPr>
          <p:cNvGrpSpPr/>
          <p:nvPr/>
        </p:nvGrpSpPr>
        <p:grpSpPr>
          <a:xfrm>
            <a:off x="227013" y="4190999"/>
            <a:ext cx="917899" cy="2184277"/>
            <a:chOff x="227013" y="4190999"/>
            <a:chExt cx="917899" cy="2184277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4F1BF88-F574-415F-9790-415BAF7E23C1}"/>
                </a:ext>
              </a:extLst>
            </p:cNvPr>
            <p:cNvSpPr/>
            <p:nvPr/>
          </p:nvSpPr>
          <p:spPr bwMode="blackWhite">
            <a:xfrm>
              <a:off x="227013" y="4190999"/>
              <a:ext cx="917899" cy="2184277"/>
            </a:xfrm>
            <a:prstGeom prst="rect">
              <a:avLst/>
            </a:prstGeom>
            <a:solidFill>
              <a:schemeClr val="tx2"/>
            </a:solidFill>
            <a:ln w="635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vert="vert270"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700" b="0" dirty="0">
                  <a:solidFill>
                    <a:schemeClr val="bg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Predictive modelling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700" b="0" dirty="0">
                  <a:solidFill>
                    <a:schemeClr val="bg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Forecasting sales</a:t>
              </a: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2781690F-2F13-420E-8F92-F658A17C49CC}"/>
                </a:ext>
              </a:extLst>
            </p:cNvPr>
            <p:cNvSpPr/>
            <p:nvPr/>
          </p:nvSpPr>
          <p:spPr bwMode="blackWhite">
            <a:xfrm>
              <a:off x="293273" y="4259525"/>
              <a:ext cx="182880" cy="182880"/>
            </a:xfrm>
            <a:prstGeom prst="rect">
              <a:avLst/>
            </a:prstGeom>
            <a:solidFill>
              <a:schemeClr val="bg1"/>
            </a:solidFill>
            <a:ln w="635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200" dirty="0">
                  <a:solidFill>
                    <a:schemeClr val="tx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9655F597-222D-4C99-ACFF-1FE29F502FED}"/>
              </a:ext>
            </a:extLst>
          </p:cNvPr>
          <p:cNvCxnSpPr/>
          <p:nvPr/>
        </p:nvCxnSpPr>
        <p:spPr bwMode="auto">
          <a:xfrm>
            <a:off x="1409700" y="6431548"/>
            <a:ext cx="822960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C7F0328C-133A-4769-8B6E-A79BAEAE96CC}"/>
              </a:ext>
            </a:extLst>
          </p:cNvPr>
          <p:cNvCxnSpPr/>
          <p:nvPr/>
        </p:nvCxnSpPr>
        <p:spPr bwMode="auto">
          <a:xfrm>
            <a:off x="1409700" y="4090394"/>
            <a:ext cx="822960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2C55530-EE47-4FA0-B2D1-92FA4CABBD7C}"/>
              </a:ext>
            </a:extLst>
          </p:cNvPr>
          <p:cNvGrpSpPr/>
          <p:nvPr/>
        </p:nvGrpSpPr>
        <p:grpSpPr>
          <a:xfrm>
            <a:off x="1409700" y="1898101"/>
            <a:ext cx="3487991" cy="1985661"/>
            <a:chOff x="1409700" y="1898101"/>
            <a:chExt cx="3487991" cy="198566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6A0401F-6108-4DE4-B4AD-62703B0DCD9F}"/>
                </a:ext>
              </a:extLst>
            </p:cNvPr>
            <p:cNvSpPr/>
            <p:nvPr/>
          </p:nvSpPr>
          <p:spPr>
            <a:xfrm>
              <a:off x="1473970" y="1898101"/>
              <a:ext cx="920445" cy="19856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사각형: 잘린 한쪽 모서리 13">
              <a:extLst>
                <a:ext uri="{FF2B5EF4-FFF2-40B4-BE49-F238E27FC236}">
                  <a16:creationId xmlns:a16="http://schemas.microsoft.com/office/drawing/2014/main" id="{489FDC41-BBB8-4740-BEA0-8453CF9D6553}"/>
                </a:ext>
              </a:extLst>
            </p:cNvPr>
            <p:cNvSpPr/>
            <p:nvPr/>
          </p:nvSpPr>
          <p:spPr>
            <a:xfrm>
              <a:off x="2949639" y="1898101"/>
              <a:ext cx="1948052" cy="827113"/>
            </a:xfrm>
            <a:prstGeom prst="snip1Rect">
              <a:avLst>
                <a:gd name="adj" fmla="val 33713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BD88E9-88D9-46CB-8B5F-B595066AC9BE}"/>
                </a:ext>
              </a:extLst>
            </p:cNvPr>
            <p:cNvSpPr txBox="1"/>
            <p:nvPr/>
          </p:nvSpPr>
          <p:spPr>
            <a:xfrm>
              <a:off x="1409700" y="2590800"/>
              <a:ext cx="106435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Partition data?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CA1EA1-5862-470B-BD86-E16B04A4E8FA}"/>
                </a:ext>
              </a:extLst>
            </p:cNvPr>
            <p:cNvSpPr txBox="1"/>
            <p:nvPr/>
          </p:nvSpPr>
          <p:spPr>
            <a:xfrm>
              <a:off x="3063258" y="2025979"/>
              <a:ext cx="1804727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No</a:t>
              </a:r>
              <a:b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Missing records</a:t>
              </a:r>
            </a:p>
          </p:txBody>
        </p:sp>
        <p:sp>
          <p:nvSpPr>
            <p:cNvPr id="17" name="사각형: 잘린 한쪽 모서리 16">
              <a:extLst>
                <a:ext uri="{FF2B5EF4-FFF2-40B4-BE49-F238E27FC236}">
                  <a16:creationId xmlns:a16="http://schemas.microsoft.com/office/drawing/2014/main" id="{46CE1A9A-9DFB-4775-8D58-EB0A9A074B9C}"/>
                </a:ext>
              </a:extLst>
            </p:cNvPr>
            <p:cNvSpPr/>
            <p:nvPr/>
          </p:nvSpPr>
          <p:spPr>
            <a:xfrm>
              <a:off x="2945900" y="3056649"/>
              <a:ext cx="1948052" cy="827113"/>
            </a:xfrm>
            <a:prstGeom prst="snip1Rect">
              <a:avLst>
                <a:gd name="adj" fmla="val 33713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연결선: 꺾임 18">
              <a:extLst>
                <a:ext uri="{FF2B5EF4-FFF2-40B4-BE49-F238E27FC236}">
                  <a16:creationId xmlns:a16="http://schemas.microsoft.com/office/drawing/2014/main" id="{5DA24A27-A763-4F8E-B69D-A1FD72557618}"/>
                </a:ext>
              </a:extLst>
            </p:cNvPr>
            <p:cNvCxnSpPr>
              <a:cxnSpLocks/>
              <a:stCxn id="9" idx="3"/>
              <a:endCxn id="14" idx="2"/>
            </p:cNvCxnSpPr>
            <p:nvPr/>
          </p:nvCxnSpPr>
          <p:spPr>
            <a:xfrm flipV="1">
              <a:off x="2394415" y="2311658"/>
              <a:ext cx="555224" cy="579274"/>
            </a:xfrm>
            <a:prstGeom prst="bentConnector3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970AC44C-68E3-4861-A6A2-47C839884D80}"/>
                </a:ext>
              </a:extLst>
            </p:cNvPr>
            <p:cNvCxnSpPr>
              <a:cxnSpLocks/>
            </p:cNvCxnSpPr>
            <p:nvPr/>
          </p:nvCxnSpPr>
          <p:spPr>
            <a:xfrm>
              <a:off x="2394415" y="2890932"/>
              <a:ext cx="551485" cy="579274"/>
            </a:xfrm>
            <a:prstGeom prst="bentConnector3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9CADD24-A3B6-4B5E-8443-139AA1B24236}"/>
                </a:ext>
              </a:extLst>
            </p:cNvPr>
            <p:cNvSpPr txBox="1"/>
            <p:nvPr/>
          </p:nvSpPr>
          <p:spPr>
            <a:xfrm>
              <a:off x="3048000" y="1919357"/>
              <a:ext cx="762000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00" dirty="0">
                  <a:solidFill>
                    <a:schemeClr val="tx1"/>
                  </a:solidFill>
                  <a:cs typeface="Arial" panose="020B0604020202020204" pitchFamily="34" charset="0"/>
                </a:rPr>
                <a:t>942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0A45B47-60DF-417C-89E6-C1A0DC2D41C5}"/>
                </a:ext>
              </a:extLst>
            </p:cNvPr>
            <p:cNvSpPr txBox="1"/>
            <p:nvPr/>
          </p:nvSpPr>
          <p:spPr>
            <a:xfrm>
              <a:off x="3048000" y="3120054"/>
              <a:ext cx="762000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00" dirty="0">
                  <a:solidFill>
                    <a:schemeClr val="tx1"/>
                  </a:solidFill>
                  <a:cs typeface="Arial" panose="020B0604020202020204" pitchFamily="34" charset="0"/>
                </a:rPr>
                <a:t>758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900542BA-FF72-4A43-9F8B-E6757147B1AD}"/>
                </a:ext>
              </a:extLst>
            </p:cNvPr>
            <p:cNvSpPr txBox="1"/>
            <p:nvPr/>
          </p:nvSpPr>
          <p:spPr>
            <a:xfrm>
              <a:off x="3063258" y="3201419"/>
              <a:ext cx="1804727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Have</a:t>
              </a:r>
              <a:b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Missing records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C50A700-16DA-4784-92E2-40A9D45A5768}"/>
              </a:ext>
            </a:extLst>
          </p:cNvPr>
          <p:cNvGrpSpPr/>
          <p:nvPr/>
        </p:nvGrpSpPr>
        <p:grpSpPr>
          <a:xfrm>
            <a:off x="4897691" y="1898101"/>
            <a:ext cx="3434925" cy="1988099"/>
            <a:chOff x="4897691" y="1898101"/>
            <a:chExt cx="3434925" cy="1988099"/>
          </a:xfrm>
        </p:grpSpPr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440F5927-F203-40E9-BBF4-5A10AD8543E8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4897691" y="2285954"/>
              <a:ext cx="2377440" cy="0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63ADFACE-35F4-466A-AF73-C5E16761A347}"/>
                </a:ext>
              </a:extLst>
            </p:cNvPr>
            <p:cNvSpPr/>
            <p:nvPr/>
          </p:nvSpPr>
          <p:spPr>
            <a:xfrm>
              <a:off x="7352886" y="1898101"/>
              <a:ext cx="920445" cy="19856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B405407-727E-4A08-8847-3BCDCBDDC309}"/>
                </a:ext>
              </a:extLst>
            </p:cNvPr>
            <p:cNvSpPr txBox="1"/>
            <p:nvPr/>
          </p:nvSpPr>
          <p:spPr>
            <a:xfrm>
              <a:off x="7288616" y="1962596"/>
              <a:ext cx="1044000" cy="1923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Define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clusters of stores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(typical 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sales 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patterns)?</a:t>
              </a:r>
            </a:p>
          </p:txBody>
        </p:sp>
        <p:cxnSp>
          <p:nvCxnSpPr>
            <p:cNvPr id="137" name="직선 화살표 연결선 136">
              <a:extLst>
                <a:ext uri="{FF2B5EF4-FFF2-40B4-BE49-F238E27FC236}">
                  <a16:creationId xmlns:a16="http://schemas.microsoft.com/office/drawing/2014/main" id="{2CAA4E27-152F-4E1B-83C4-B5FED824172B}"/>
                </a:ext>
              </a:extLst>
            </p:cNvPr>
            <p:cNvCxnSpPr>
              <a:cxnSpLocks/>
            </p:cNvCxnSpPr>
            <p:nvPr/>
          </p:nvCxnSpPr>
          <p:spPr>
            <a:xfrm>
              <a:off x="6929811" y="3470206"/>
              <a:ext cx="320040" cy="0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8EF4C4E-678B-4B07-BC6E-AF099D935176}"/>
              </a:ext>
            </a:extLst>
          </p:cNvPr>
          <p:cNvGrpSpPr/>
          <p:nvPr/>
        </p:nvGrpSpPr>
        <p:grpSpPr>
          <a:xfrm>
            <a:off x="4893952" y="2960484"/>
            <a:ext cx="2055979" cy="1064356"/>
            <a:chOff x="4893952" y="2960484"/>
            <a:chExt cx="2055979" cy="1064356"/>
          </a:xfrm>
        </p:grpSpPr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4AC098F0-E69D-495B-BA29-072E8549125E}"/>
                </a:ext>
              </a:extLst>
            </p:cNvPr>
            <p:cNvCxnSpPr>
              <a:cxnSpLocks/>
              <a:stCxn id="17" idx="0"/>
              <a:endCxn id="125" idx="2"/>
            </p:cNvCxnSpPr>
            <p:nvPr/>
          </p:nvCxnSpPr>
          <p:spPr>
            <a:xfrm>
              <a:off x="4893952" y="3470206"/>
              <a:ext cx="928659" cy="0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E785C847-5F2E-4E99-99BC-1C29FD50DBB8}"/>
                </a:ext>
              </a:extLst>
            </p:cNvPr>
            <p:cNvSpPr/>
            <p:nvPr/>
          </p:nvSpPr>
          <p:spPr>
            <a:xfrm>
              <a:off x="5072894" y="3056650"/>
              <a:ext cx="466370" cy="82711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1877297-0458-4242-AA8E-CEF61B1CF0A6}"/>
                </a:ext>
              </a:extLst>
            </p:cNvPr>
            <p:cNvSpPr txBox="1"/>
            <p:nvPr/>
          </p:nvSpPr>
          <p:spPr>
            <a:xfrm rot="16200000">
              <a:off x="4793736" y="3315690"/>
              <a:ext cx="106435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Restore</a:t>
              </a:r>
            </a:p>
          </p:txBody>
        </p:sp>
        <p:sp>
          <p:nvSpPr>
            <p:cNvPr id="125" name="사각형: 잘린 한쪽 모서리 124">
              <a:extLst>
                <a:ext uri="{FF2B5EF4-FFF2-40B4-BE49-F238E27FC236}">
                  <a16:creationId xmlns:a16="http://schemas.microsoft.com/office/drawing/2014/main" id="{C0928A4F-2B82-4DCC-B452-36D7C79063E7}"/>
                </a:ext>
              </a:extLst>
            </p:cNvPr>
            <p:cNvSpPr/>
            <p:nvPr/>
          </p:nvSpPr>
          <p:spPr>
            <a:xfrm>
              <a:off x="5822611" y="3056649"/>
              <a:ext cx="1127320" cy="827113"/>
            </a:xfrm>
            <a:prstGeom prst="snip1Rect">
              <a:avLst>
                <a:gd name="adj" fmla="val 33713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06802C8-3862-4FE6-8935-80A22346B855}"/>
                </a:ext>
              </a:extLst>
            </p:cNvPr>
            <p:cNvSpPr txBox="1"/>
            <p:nvPr/>
          </p:nvSpPr>
          <p:spPr>
            <a:xfrm>
              <a:off x="5856320" y="3198077"/>
              <a:ext cx="1044991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Impute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Data?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DFE7F52-E2BD-48FF-BC96-C128A0CF6EB7}"/>
              </a:ext>
            </a:extLst>
          </p:cNvPr>
          <p:cNvGrpSpPr/>
          <p:nvPr/>
        </p:nvGrpSpPr>
        <p:grpSpPr>
          <a:xfrm>
            <a:off x="8273331" y="1828800"/>
            <a:ext cx="1387197" cy="2054962"/>
            <a:chOff x="8273331" y="1828800"/>
            <a:chExt cx="1387197" cy="2054962"/>
          </a:xfrm>
        </p:grpSpPr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60165456-7DFA-4AB2-8538-B17C021D8826}"/>
                </a:ext>
              </a:extLst>
            </p:cNvPr>
            <p:cNvSpPr/>
            <p:nvPr/>
          </p:nvSpPr>
          <p:spPr>
            <a:xfrm>
              <a:off x="8660442" y="1898101"/>
              <a:ext cx="920445" cy="19856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CCDD74F5-2920-4FB9-8B90-8E86211F30BD}"/>
                </a:ext>
              </a:extLst>
            </p:cNvPr>
            <p:cNvSpPr txBox="1"/>
            <p:nvPr/>
          </p:nvSpPr>
          <p:spPr>
            <a:xfrm>
              <a:off x="8596172" y="1828800"/>
              <a:ext cx="1064356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Trans-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form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data? 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such as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Duration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209BB82-EFE8-4DAD-9103-8E5CEEE19CFD}"/>
                </a:ext>
              </a:extLst>
            </p:cNvPr>
            <p:cNvSpPr/>
            <p:nvPr/>
          </p:nvSpPr>
          <p:spPr>
            <a:xfrm>
              <a:off x="8716040" y="3262939"/>
              <a:ext cx="803668" cy="2438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A43F70-7E26-45E4-9F0E-E0FBEB8F8735}"/>
                </a:ext>
              </a:extLst>
            </p:cNvPr>
            <p:cNvSpPr txBox="1"/>
            <p:nvPr/>
          </p:nvSpPr>
          <p:spPr>
            <a:xfrm>
              <a:off x="8591339" y="3246345"/>
              <a:ext cx="10643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0" dirty="0">
                  <a:solidFill>
                    <a:schemeClr val="bg1"/>
                  </a:solidFill>
                  <a:cs typeface="Arial" panose="020B0604020202020204" pitchFamily="34" charset="0"/>
                </a:rPr>
                <a:t>Competition</a:t>
              </a: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A03FB33A-9ABE-4129-B7C4-4331CCA331F3}"/>
                </a:ext>
              </a:extLst>
            </p:cNvPr>
            <p:cNvSpPr/>
            <p:nvPr/>
          </p:nvSpPr>
          <p:spPr>
            <a:xfrm>
              <a:off x="8716040" y="3576882"/>
              <a:ext cx="803668" cy="2438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557CA83-2A21-45EC-A2FC-828CE6D7027E}"/>
                </a:ext>
              </a:extLst>
            </p:cNvPr>
            <p:cNvSpPr txBox="1"/>
            <p:nvPr/>
          </p:nvSpPr>
          <p:spPr>
            <a:xfrm>
              <a:off x="8591339" y="3560288"/>
              <a:ext cx="10643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0" dirty="0">
                  <a:solidFill>
                    <a:schemeClr val="bg1"/>
                  </a:solidFill>
                  <a:cs typeface="Arial" panose="020B0604020202020204" pitchFamily="34" charset="0"/>
                </a:rPr>
                <a:t>Promo2</a:t>
              </a:r>
            </a:p>
          </p:txBody>
        </p:sp>
        <p:cxnSp>
          <p:nvCxnSpPr>
            <p:cNvPr id="140" name="직선 화살표 연결선 139">
              <a:extLst>
                <a:ext uri="{FF2B5EF4-FFF2-40B4-BE49-F238E27FC236}">
                  <a16:creationId xmlns:a16="http://schemas.microsoft.com/office/drawing/2014/main" id="{DEB66E36-3329-427A-A0E4-05C96DA2C336}"/>
                </a:ext>
              </a:extLst>
            </p:cNvPr>
            <p:cNvCxnSpPr>
              <a:cxnSpLocks/>
            </p:cNvCxnSpPr>
            <p:nvPr/>
          </p:nvCxnSpPr>
          <p:spPr>
            <a:xfrm>
              <a:off x="8273331" y="2890932"/>
              <a:ext cx="320040" cy="0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E6A676A-3547-4BFD-8E4F-D5B477FFB39C}"/>
              </a:ext>
            </a:extLst>
          </p:cNvPr>
          <p:cNvGrpSpPr/>
          <p:nvPr/>
        </p:nvGrpSpPr>
        <p:grpSpPr>
          <a:xfrm>
            <a:off x="8591339" y="3883762"/>
            <a:ext cx="1069189" cy="2377627"/>
            <a:chOff x="8591339" y="3883762"/>
            <a:chExt cx="1069189" cy="2377627"/>
          </a:xfrm>
        </p:grpSpPr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DCBC8189-C378-4A15-8755-42BC59343212}"/>
                </a:ext>
              </a:extLst>
            </p:cNvPr>
            <p:cNvCxnSpPr>
              <a:cxnSpLocks/>
              <a:stCxn id="132" idx="2"/>
              <a:endCxn id="141" idx="0"/>
            </p:cNvCxnSpPr>
            <p:nvPr/>
          </p:nvCxnSpPr>
          <p:spPr>
            <a:xfrm>
              <a:off x="9120665" y="3883762"/>
              <a:ext cx="0" cy="391966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BA36637F-88D3-469C-80B1-3C050C71A2B5}"/>
                </a:ext>
              </a:extLst>
            </p:cNvPr>
            <p:cNvSpPr/>
            <p:nvPr/>
          </p:nvSpPr>
          <p:spPr>
            <a:xfrm>
              <a:off x="8660442" y="4275728"/>
              <a:ext cx="920445" cy="19856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A3548A5-37CB-4AE3-B625-65B2B8BD81A4}"/>
                </a:ext>
              </a:extLst>
            </p:cNvPr>
            <p:cNvSpPr txBox="1"/>
            <p:nvPr/>
          </p:nvSpPr>
          <p:spPr>
            <a:xfrm>
              <a:off x="8596172" y="4520883"/>
              <a:ext cx="1064356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Explore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Input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variables</a:t>
              </a: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30F30150-D151-4191-8E70-A9D9990E7396}"/>
                </a:ext>
              </a:extLst>
            </p:cNvPr>
            <p:cNvSpPr/>
            <p:nvPr/>
          </p:nvSpPr>
          <p:spPr>
            <a:xfrm>
              <a:off x="8716040" y="5640566"/>
              <a:ext cx="803668" cy="2438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19605E6-C3C7-437C-97C7-B010F8BE6259}"/>
                </a:ext>
              </a:extLst>
            </p:cNvPr>
            <p:cNvSpPr txBox="1"/>
            <p:nvPr/>
          </p:nvSpPr>
          <p:spPr>
            <a:xfrm>
              <a:off x="8591339" y="5623972"/>
              <a:ext cx="10643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0" dirty="0">
                  <a:solidFill>
                    <a:schemeClr val="bg1"/>
                  </a:solidFill>
                  <a:cs typeface="Arial" panose="020B0604020202020204" pitchFamily="34" charset="0"/>
                </a:rPr>
                <a:t>Data type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75FD8EA4-D319-42CC-B958-D485226390A1}"/>
                </a:ext>
              </a:extLst>
            </p:cNvPr>
            <p:cNvSpPr/>
            <p:nvPr/>
          </p:nvSpPr>
          <p:spPr>
            <a:xfrm>
              <a:off x="8716040" y="5954509"/>
              <a:ext cx="803668" cy="2438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C7B732A-2996-4958-B37F-5611802AAAFF}"/>
                </a:ext>
              </a:extLst>
            </p:cNvPr>
            <p:cNvSpPr txBox="1"/>
            <p:nvPr/>
          </p:nvSpPr>
          <p:spPr>
            <a:xfrm>
              <a:off x="8591339" y="5937915"/>
              <a:ext cx="10643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0" dirty="0">
                  <a:solidFill>
                    <a:schemeClr val="bg1"/>
                  </a:solidFill>
                  <a:cs typeface="Arial" panose="020B0604020202020204" pitchFamily="34" charset="0"/>
                </a:rPr>
                <a:t>Time series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67D160E-1DBB-4032-843B-9CB8BCDB7EE6}"/>
              </a:ext>
            </a:extLst>
          </p:cNvPr>
          <p:cNvGrpSpPr/>
          <p:nvPr/>
        </p:nvGrpSpPr>
        <p:grpSpPr>
          <a:xfrm>
            <a:off x="5106733" y="4231908"/>
            <a:ext cx="3542517" cy="2085244"/>
            <a:chOff x="5106733" y="4231908"/>
            <a:chExt cx="3542517" cy="2085244"/>
          </a:xfrm>
        </p:grpSpPr>
        <p:sp>
          <p:nvSpPr>
            <p:cNvPr id="43" name="사각형: 잘린 한쪽 모서리 42">
              <a:extLst>
                <a:ext uri="{FF2B5EF4-FFF2-40B4-BE49-F238E27FC236}">
                  <a16:creationId xmlns:a16="http://schemas.microsoft.com/office/drawing/2014/main" id="{E5B7D057-6D05-4E34-BA58-1373B1DADBFF}"/>
                </a:ext>
              </a:extLst>
            </p:cNvPr>
            <p:cNvSpPr/>
            <p:nvPr/>
          </p:nvSpPr>
          <p:spPr>
            <a:xfrm>
              <a:off x="5106733" y="4264127"/>
              <a:ext cx="1819739" cy="609517"/>
            </a:xfrm>
            <a:prstGeom prst="snip1Rect">
              <a:avLst>
                <a:gd name="adj" fmla="val 33713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58D8D77-B6D1-4D71-97C6-4989CF5B950E}"/>
                </a:ext>
              </a:extLst>
            </p:cNvPr>
            <p:cNvSpPr txBox="1"/>
            <p:nvPr/>
          </p:nvSpPr>
          <p:spPr>
            <a:xfrm>
              <a:off x="5154715" y="4231908"/>
              <a:ext cx="1234718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Training</a:t>
              </a:r>
            </a:p>
          </p:txBody>
        </p:sp>
        <p:sp>
          <p:nvSpPr>
            <p:cNvPr id="45" name="사각형: 잘린 한쪽 모서리 44">
              <a:extLst>
                <a:ext uri="{FF2B5EF4-FFF2-40B4-BE49-F238E27FC236}">
                  <a16:creationId xmlns:a16="http://schemas.microsoft.com/office/drawing/2014/main" id="{A5A3C7F1-EAAE-4890-A843-A5F850B731E5}"/>
                </a:ext>
              </a:extLst>
            </p:cNvPr>
            <p:cNvSpPr/>
            <p:nvPr/>
          </p:nvSpPr>
          <p:spPr>
            <a:xfrm>
              <a:off x="5106733" y="4973932"/>
              <a:ext cx="1819739" cy="609517"/>
            </a:xfrm>
            <a:prstGeom prst="snip1Rect">
              <a:avLst>
                <a:gd name="adj" fmla="val 33713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사각형: 잘린 한쪽 모서리 46">
              <a:extLst>
                <a:ext uri="{FF2B5EF4-FFF2-40B4-BE49-F238E27FC236}">
                  <a16:creationId xmlns:a16="http://schemas.microsoft.com/office/drawing/2014/main" id="{A75836C2-78ED-43F7-AFE8-80B706EF1A7F}"/>
                </a:ext>
              </a:extLst>
            </p:cNvPr>
            <p:cNvSpPr/>
            <p:nvPr/>
          </p:nvSpPr>
          <p:spPr>
            <a:xfrm>
              <a:off x="5106733" y="5683737"/>
              <a:ext cx="1819739" cy="609517"/>
            </a:xfrm>
            <a:prstGeom prst="snip1Rect">
              <a:avLst>
                <a:gd name="adj" fmla="val 33713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CE41D3C-D6DF-4F40-9EC2-6B3C11AE43E8}"/>
                </a:ext>
              </a:extLst>
            </p:cNvPr>
            <p:cNvSpPr txBox="1"/>
            <p:nvPr/>
          </p:nvSpPr>
          <p:spPr>
            <a:xfrm>
              <a:off x="5134428" y="4569950"/>
              <a:ext cx="1828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0" dirty="0">
                  <a:solidFill>
                    <a:schemeClr val="tx1"/>
                  </a:solidFill>
                  <a:cs typeface="Arial" panose="020B0604020202020204" pitchFamily="34" charset="0"/>
                </a:rPr>
                <a:t>01/01/13 ~ 19/06/15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655EEEA-C48E-4E8F-8861-F0FDA37A42B5}"/>
                </a:ext>
              </a:extLst>
            </p:cNvPr>
            <p:cNvSpPr txBox="1"/>
            <p:nvPr/>
          </p:nvSpPr>
          <p:spPr>
            <a:xfrm>
              <a:off x="5134428" y="5277129"/>
              <a:ext cx="1828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0" dirty="0">
                  <a:solidFill>
                    <a:schemeClr val="tx1"/>
                  </a:solidFill>
                  <a:cs typeface="Arial" panose="020B0604020202020204" pitchFamily="34" charset="0"/>
                </a:rPr>
                <a:t>20/06/15 ~ 31/07/15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CA4BAB4-AFC9-494C-9821-18B34C976E85}"/>
                </a:ext>
              </a:extLst>
            </p:cNvPr>
            <p:cNvSpPr txBox="1"/>
            <p:nvPr/>
          </p:nvSpPr>
          <p:spPr>
            <a:xfrm>
              <a:off x="5134428" y="6009375"/>
              <a:ext cx="1828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0" dirty="0">
                  <a:solidFill>
                    <a:schemeClr val="tx1"/>
                  </a:solidFill>
                  <a:cs typeface="Arial" panose="020B0604020202020204" pitchFamily="34" charset="0"/>
                </a:rPr>
                <a:t>01/08/15 ~ 17/09/15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82DA5C5F-FA14-4599-878F-C8765FDCA429}"/>
                </a:ext>
              </a:extLst>
            </p:cNvPr>
            <p:cNvSpPr/>
            <p:nvPr/>
          </p:nvSpPr>
          <p:spPr>
            <a:xfrm>
              <a:off x="7352886" y="4275729"/>
              <a:ext cx="920445" cy="13077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D1B9554-D713-44F7-89F0-ED778DB4B0B3}"/>
                </a:ext>
              </a:extLst>
            </p:cNvPr>
            <p:cNvSpPr txBox="1"/>
            <p:nvPr/>
          </p:nvSpPr>
          <p:spPr>
            <a:xfrm>
              <a:off x="7274650" y="4255399"/>
              <a:ext cx="1098374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Partition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data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for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validation?</a:t>
              </a:r>
            </a:p>
          </p:txBody>
        </p: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1153BFC9-7E7D-43A7-91AE-60F4058682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3490" y="4975247"/>
              <a:ext cx="365760" cy="0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연결선: 꺾임 163">
              <a:extLst>
                <a:ext uri="{FF2B5EF4-FFF2-40B4-BE49-F238E27FC236}">
                  <a16:creationId xmlns:a16="http://schemas.microsoft.com/office/drawing/2014/main" id="{DDC635D3-7020-4C21-9BB8-0E9B4E8021C6}"/>
                </a:ext>
              </a:extLst>
            </p:cNvPr>
            <p:cNvCxnSpPr>
              <a:cxnSpLocks/>
              <a:stCxn id="148" idx="1"/>
              <a:endCxn id="43" idx="0"/>
            </p:cNvCxnSpPr>
            <p:nvPr/>
          </p:nvCxnSpPr>
          <p:spPr bwMode="auto">
            <a:xfrm rot="10800000">
              <a:off x="6926472" y="4568887"/>
              <a:ext cx="426414" cy="360703"/>
            </a:xfrm>
            <a:prstGeom prst="bentConnector3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연결선: 꺾임 165">
              <a:extLst>
                <a:ext uri="{FF2B5EF4-FFF2-40B4-BE49-F238E27FC236}">
                  <a16:creationId xmlns:a16="http://schemas.microsoft.com/office/drawing/2014/main" id="{FA7C4E67-6317-405A-8123-3FFF547F8FBA}"/>
                </a:ext>
              </a:extLst>
            </p:cNvPr>
            <p:cNvCxnSpPr>
              <a:cxnSpLocks/>
              <a:stCxn id="148" idx="1"/>
              <a:endCxn id="45" idx="0"/>
            </p:cNvCxnSpPr>
            <p:nvPr/>
          </p:nvCxnSpPr>
          <p:spPr bwMode="auto">
            <a:xfrm rot="10800000" flipV="1">
              <a:off x="6926472" y="4929589"/>
              <a:ext cx="426414" cy="349102"/>
            </a:xfrm>
            <a:prstGeom prst="bentConnector3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B99BE0BE-4F9A-4BA1-8246-61801A3CADB1}"/>
                </a:ext>
              </a:extLst>
            </p:cNvPr>
            <p:cNvSpPr txBox="1"/>
            <p:nvPr/>
          </p:nvSpPr>
          <p:spPr>
            <a:xfrm>
              <a:off x="5154715" y="4975061"/>
              <a:ext cx="1234718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Validation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42444AF1-7E24-45CE-8423-3C848965FC5A}"/>
                </a:ext>
              </a:extLst>
            </p:cNvPr>
            <p:cNvSpPr txBox="1"/>
            <p:nvPr/>
          </p:nvSpPr>
          <p:spPr>
            <a:xfrm>
              <a:off x="5154715" y="5683737"/>
              <a:ext cx="1234718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Test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DE6E6DE-0B43-4A2C-9779-2023FBAD62D0}"/>
              </a:ext>
            </a:extLst>
          </p:cNvPr>
          <p:cNvGrpSpPr/>
          <p:nvPr/>
        </p:nvGrpSpPr>
        <p:grpSpPr>
          <a:xfrm>
            <a:off x="3656971" y="4275728"/>
            <a:ext cx="1441075" cy="1985661"/>
            <a:chOff x="3656971" y="4275728"/>
            <a:chExt cx="1441075" cy="1985661"/>
          </a:xfrm>
        </p:grpSpPr>
        <p:cxnSp>
          <p:nvCxnSpPr>
            <p:cNvPr id="174" name="연결선: 꺾임 173">
              <a:extLst>
                <a:ext uri="{FF2B5EF4-FFF2-40B4-BE49-F238E27FC236}">
                  <a16:creationId xmlns:a16="http://schemas.microsoft.com/office/drawing/2014/main" id="{62B90D6E-512C-4D14-92D6-E8F22CE32F5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76379" y="4548840"/>
              <a:ext cx="321666" cy="365760"/>
            </a:xfrm>
            <a:prstGeom prst="bentConnector3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연결선: 꺾임 174">
              <a:extLst>
                <a:ext uri="{FF2B5EF4-FFF2-40B4-BE49-F238E27FC236}">
                  <a16:creationId xmlns:a16="http://schemas.microsoft.com/office/drawing/2014/main" id="{88470409-D66B-4AA7-98D1-7FD69B67C59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776379" y="4913262"/>
              <a:ext cx="321667" cy="365760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화살표 연결선 175">
              <a:extLst>
                <a:ext uri="{FF2B5EF4-FFF2-40B4-BE49-F238E27FC236}">
                  <a16:creationId xmlns:a16="http://schemas.microsoft.com/office/drawing/2014/main" id="{CB0DD7DF-8941-4AB3-889C-A00B72566620}"/>
                </a:ext>
              </a:extLst>
            </p:cNvPr>
            <p:cNvCxnSpPr/>
            <p:nvPr/>
          </p:nvCxnSpPr>
          <p:spPr>
            <a:xfrm flipH="1">
              <a:off x="4817618" y="6071917"/>
              <a:ext cx="280428" cy="0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092EC5D2-B7F9-4E4B-94DD-2A2EE6979EF2}"/>
                </a:ext>
              </a:extLst>
            </p:cNvPr>
            <p:cNvSpPr/>
            <p:nvPr/>
          </p:nvSpPr>
          <p:spPr>
            <a:xfrm>
              <a:off x="3817257" y="4275728"/>
              <a:ext cx="960353" cy="19856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5D89AB13-3EE6-4DAA-ADBA-4D7CF29B035A}"/>
                </a:ext>
              </a:extLst>
            </p:cNvPr>
            <p:cNvSpPr txBox="1"/>
            <p:nvPr/>
          </p:nvSpPr>
          <p:spPr>
            <a:xfrm>
              <a:off x="3656971" y="4933950"/>
              <a:ext cx="1307176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Predictive modelling</a:t>
              </a:r>
            </a:p>
            <a:p>
              <a:pPr algn="ctr"/>
              <a:endParaRPr lang="en-GB" sz="1700" b="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D44849A-279D-406C-99B6-4B9F15B752E8}"/>
              </a:ext>
            </a:extLst>
          </p:cNvPr>
          <p:cNvGrpSpPr/>
          <p:nvPr/>
        </p:nvGrpSpPr>
        <p:grpSpPr>
          <a:xfrm>
            <a:off x="1289417" y="4275728"/>
            <a:ext cx="2504508" cy="2091974"/>
            <a:chOff x="1289417" y="4275728"/>
            <a:chExt cx="2504508" cy="2091974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D2979AA-5C03-454B-BC56-608083676B28}"/>
                </a:ext>
              </a:extLst>
            </p:cNvPr>
            <p:cNvSpPr txBox="1"/>
            <p:nvPr/>
          </p:nvSpPr>
          <p:spPr>
            <a:xfrm>
              <a:off x="1298840" y="5752149"/>
              <a:ext cx="1104867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Predicted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Sales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6BBBB33-513E-4E2D-B56C-BAF1D13DDB94}"/>
                </a:ext>
              </a:extLst>
            </p:cNvPr>
            <p:cNvSpPr txBox="1"/>
            <p:nvPr/>
          </p:nvSpPr>
          <p:spPr>
            <a:xfrm>
              <a:off x="1289417" y="4992066"/>
              <a:ext cx="11048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0" dirty="0">
                  <a:solidFill>
                    <a:schemeClr val="tx1"/>
                  </a:solidFill>
                  <a:cs typeface="Arial" panose="020B0604020202020204" pitchFamily="34" charset="0"/>
                </a:rPr>
                <a:t> x n </a:t>
              </a:r>
            </a:p>
            <a:p>
              <a:pPr algn="ctr"/>
              <a:r>
                <a:rPr lang="en-GB" b="0" dirty="0">
                  <a:solidFill>
                    <a:schemeClr val="tx1"/>
                  </a:solidFill>
                  <a:cs typeface="Arial" panose="020B0604020202020204" pitchFamily="34" charset="0"/>
                </a:rPr>
                <a:t>Clusters</a:t>
              </a:r>
            </a:p>
          </p:txBody>
        </p: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04285573-863F-4282-B17A-D6687F0DE18D}"/>
                </a:ext>
              </a:extLst>
            </p:cNvPr>
            <p:cNvCxnSpPr/>
            <p:nvPr/>
          </p:nvCxnSpPr>
          <p:spPr>
            <a:xfrm flipH="1">
              <a:off x="3611045" y="5234282"/>
              <a:ext cx="182880" cy="0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사각형: 잘린 한쪽 모서리 59">
              <a:extLst>
                <a:ext uri="{FF2B5EF4-FFF2-40B4-BE49-F238E27FC236}">
                  <a16:creationId xmlns:a16="http://schemas.microsoft.com/office/drawing/2014/main" id="{3D25C2A4-6689-4FB7-A7A4-208D1B003C1C}"/>
                </a:ext>
              </a:extLst>
            </p:cNvPr>
            <p:cNvSpPr/>
            <p:nvPr/>
          </p:nvSpPr>
          <p:spPr>
            <a:xfrm>
              <a:off x="1648912" y="4319738"/>
              <a:ext cx="722180" cy="497113"/>
            </a:xfrm>
            <a:prstGeom prst="snip1Rect">
              <a:avLst>
                <a:gd name="adj" fmla="val 33713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사각형: 잘린 한쪽 모서리 60">
              <a:extLst>
                <a:ext uri="{FF2B5EF4-FFF2-40B4-BE49-F238E27FC236}">
                  <a16:creationId xmlns:a16="http://schemas.microsoft.com/office/drawing/2014/main" id="{52CA2FDE-E9ED-4358-8780-2E58C5500269}"/>
                </a:ext>
              </a:extLst>
            </p:cNvPr>
            <p:cNvSpPr/>
            <p:nvPr/>
          </p:nvSpPr>
          <p:spPr>
            <a:xfrm>
              <a:off x="1556317" y="4414707"/>
              <a:ext cx="722180" cy="497113"/>
            </a:xfrm>
            <a:prstGeom prst="snip1Rect">
              <a:avLst>
                <a:gd name="adj" fmla="val 33713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사각형: 잘린 한쪽 모서리 61">
              <a:extLst>
                <a:ext uri="{FF2B5EF4-FFF2-40B4-BE49-F238E27FC236}">
                  <a16:creationId xmlns:a16="http://schemas.microsoft.com/office/drawing/2014/main" id="{B917C0E0-7A6B-44A2-BCED-6C8308E81369}"/>
                </a:ext>
              </a:extLst>
            </p:cNvPr>
            <p:cNvSpPr/>
            <p:nvPr/>
          </p:nvSpPr>
          <p:spPr>
            <a:xfrm>
              <a:off x="1463680" y="4516590"/>
              <a:ext cx="722180" cy="497113"/>
            </a:xfrm>
            <a:prstGeom prst="snip1Rect">
              <a:avLst>
                <a:gd name="adj" fmla="val 33713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F620159-6161-4FEE-9817-B7CBA5074D13}"/>
                </a:ext>
              </a:extLst>
            </p:cNvPr>
            <p:cNvSpPr/>
            <p:nvPr/>
          </p:nvSpPr>
          <p:spPr>
            <a:xfrm>
              <a:off x="2641257" y="4275728"/>
              <a:ext cx="960353" cy="19856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9F36035-E30E-4BD4-95B7-3070B162D12E}"/>
                </a:ext>
              </a:extLst>
            </p:cNvPr>
            <p:cNvSpPr txBox="1"/>
            <p:nvPr/>
          </p:nvSpPr>
          <p:spPr>
            <a:xfrm>
              <a:off x="2480282" y="4931202"/>
              <a:ext cx="130717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Iterative</a:t>
              </a:r>
            </a:p>
            <a:p>
              <a:pPr algn="ctr"/>
              <a:r>
                <a:rPr lang="en-GB" sz="1700" b="0" dirty="0">
                  <a:solidFill>
                    <a:schemeClr val="tx1"/>
                  </a:solidFill>
                  <a:cs typeface="Arial" panose="020B0604020202020204" pitchFamily="34" charset="0"/>
                </a:rPr>
                <a:t>Prediction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4788C6DE-9AA9-4280-AE30-A5F4A9D795DE}"/>
                </a:ext>
              </a:extLst>
            </p:cNvPr>
            <p:cNvSpPr txBox="1"/>
            <p:nvPr/>
          </p:nvSpPr>
          <p:spPr>
            <a:xfrm rot="5400000">
              <a:off x="1383375" y="5432373"/>
              <a:ext cx="11048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0" dirty="0">
                  <a:solidFill>
                    <a:schemeClr val="tx1"/>
                  </a:solidFill>
                  <a:cs typeface="Arial" panose="020B0604020202020204" pitchFamily="34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625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3099E-CB3C-43DE-8037-7D36FB4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75" y="278463"/>
            <a:ext cx="9001125" cy="40011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</a:rPr>
              <a:t>Data pre-processing and clustering of stores</a:t>
            </a:r>
          </a:p>
        </p:txBody>
      </p:sp>
      <p:sp>
        <p:nvSpPr>
          <p:cNvPr id="48" name="Rectangle 8">
            <a:extLst>
              <a:ext uri="{FF2B5EF4-FFF2-40B4-BE49-F238E27FC236}">
                <a16:creationId xmlns:a16="http://schemas.microsoft.com/office/drawing/2014/main" id="{980D6BCA-4D9B-4E7D-8779-5E79AA97257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85638" y="1356553"/>
            <a:ext cx="3993349" cy="430046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lIns="0" rIns="0" anchor="ctr">
            <a:noAutofit/>
          </a:bodyPr>
          <a:lstStyle/>
          <a:p>
            <a:pPr marL="63500" indent="-63500" algn="ctr"/>
            <a:r>
              <a:rPr kumimoji="0" lang="en-US" altLang="ko-KR" sz="1700" b="0" dirty="0">
                <a:solidFill>
                  <a:schemeClr val="bg1"/>
                </a:solidFill>
                <a:ea typeface="맑은 고딕" pitchFamily="50" charset="-127"/>
                <a:cs typeface="Arial" panose="020B0604020202020204" pitchFamily="34" charset="0"/>
              </a:rPr>
              <a:t>Clustering/Scenario Analysis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3B8651F-A354-4210-9316-149343830B1F}"/>
              </a:ext>
            </a:extLst>
          </p:cNvPr>
          <p:cNvGrpSpPr/>
          <p:nvPr/>
        </p:nvGrpSpPr>
        <p:grpSpPr>
          <a:xfrm>
            <a:off x="221502" y="1910387"/>
            <a:ext cx="2797469" cy="3161015"/>
            <a:chOff x="221502" y="1910387"/>
            <a:chExt cx="2797469" cy="3161015"/>
          </a:xfrm>
        </p:grpSpPr>
        <p:sp>
          <p:nvSpPr>
            <p:cNvPr id="55" name="Rectangle 169">
              <a:extLst>
                <a:ext uri="{FF2B5EF4-FFF2-40B4-BE49-F238E27FC236}">
                  <a16:creationId xmlns:a16="http://schemas.microsoft.com/office/drawing/2014/main" id="{FFF40228-03B3-4B97-B2F4-C165C2687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02" y="1910387"/>
              <a:ext cx="2797469" cy="316101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>
              <a:noAutofit/>
            </a:bodyPr>
            <a:lstStyle/>
            <a:p>
              <a:pPr algn="ctr"/>
              <a:endParaRPr lang="ko-KR" altLang="en-US" sz="1100" dirty="0"/>
            </a:p>
          </p:txBody>
        </p:sp>
        <p:sp>
          <p:nvSpPr>
            <p:cNvPr id="50" name="Rectangle 143">
              <a:extLst>
                <a:ext uri="{FF2B5EF4-FFF2-40B4-BE49-F238E27FC236}">
                  <a16:creationId xmlns:a16="http://schemas.microsoft.com/office/drawing/2014/main" id="{C3786FF2-C0DF-478A-97AD-D4B8FD792240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416090" y="2142139"/>
              <a:ext cx="1156848" cy="572894"/>
            </a:xfrm>
            <a:prstGeom prst="rect">
              <a:avLst/>
            </a:prstGeom>
            <a:solidFill>
              <a:schemeClr val="accent1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store.csv</a:t>
              </a:r>
              <a:endParaRPr kumimoji="0" lang="ko-KR" altLang="en-US" sz="1600" b="0" dirty="0">
                <a:solidFill>
                  <a:schemeClr val="tx1"/>
                </a:solidFill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3" name="Rectangle 143">
              <a:extLst>
                <a:ext uri="{FF2B5EF4-FFF2-40B4-BE49-F238E27FC236}">
                  <a16:creationId xmlns:a16="http://schemas.microsoft.com/office/drawing/2014/main" id="{33D09ADD-6C4D-4851-80B8-ADA899021983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964750" y="2142139"/>
              <a:ext cx="981652" cy="572894"/>
            </a:xfrm>
            <a:prstGeom prst="rect">
              <a:avLst/>
            </a:prstGeom>
            <a:solidFill>
              <a:schemeClr val="accent1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Combined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64" name="Rectangle 143">
              <a:extLst>
                <a:ext uri="{FF2B5EF4-FFF2-40B4-BE49-F238E27FC236}">
                  <a16:creationId xmlns:a16="http://schemas.microsoft.com/office/drawing/2014/main" id="{FAD2732A-F5A7-4530-8B0D-6372022A2EB9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416090" y="2838820"/>
              <a:ext cx="1156848" cy="572894"/>
            </a:xfrm>
            <a:prstGeom prst="rect">
              <a:avLst/>
            </a:prstGeom>
            <a:solidFill>
              <a:schemeClr val="accent1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train.csv</a:t>
              </a:r>
              <a:endParaRPr kumimoji="0" lang="ko-KR" altLang="en-US" sz="1600" b="0" dirty="0">
                <a:solidFill>
                  <a:schemeClr val="tx1"/>
                </a:solidFill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7174" name="직선 화살표 연결선 7173">
              <a:extLst>
                <a:ext uri="{FF2B5EF4-FFF2-40B4-BE49-F238E27FC236}">
                  <a16:creationId xmlns:a16="http://schemas.microsoft.com/office/drawing/2014/main" id="{5C5D78DC-9016-4EFC-8146-95F82F071405}"/>
                </a:ext>
              </a:extLst>
            </p:cNvPr>
            <p:cNvCxnSpPr>
              <a:cxnSpLocks/>
              <a:stCxn id="50" idx="3"/>
              <a:endCxn id="63" idx="1"/>
            </p:cNvCxnSpPr>
            <p:nvPr/>
          </p:nvCxnSpPr>
          <p:spPr bwMode="auto">
            <a:xfrm>
              <a:off x="1572938" y="2428586"/>
              <a:ext cx="391812" cy="0"/>
            </a:xfrm>
            <a:prstGeom prst="straightConnector1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76" name="연결선: 꺾임 7175">
              <a:extLst>
                <a:ext uri="{FF2B5EF4-FFF2-40B4-BE49-F238E27FC236}">
                  <a16:creationId xmlns:a16="http://schemas.microsoft.com/office/drawing/2014/main" id="{7514EA37-397C-4D79-B819-13F961C0B16B}"/>
                </a:ext>
              </a:extLst>
            </p:cNvPr>
            <p:cNvCxnSpPr>
              <a:cxnSpLocks/>
              <a:stCxn id="64" idx="3"/>
              <a:endCxn id="63" idx="1"/>
            </p:cNvCxnSpPr>
            <p:nvPr/>
          </p:nvCxnSpPr>
          <p:spPr bwMode="auto">
            <a:xfrm flipV="1">
              <a:off x="1572938" y="2428586"/>
              <a:ext cx="391812" cy="696681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57" name="Group 171">
              <a:extLst>
                <a:ext uri="{FF2B5EF4-FFF2-40B4-BE49-F238E27FC236}">
                  <a16:creationId xmlns:a16="http://schemas.microsoft.com/office/drawing/2014/main" id="{176F610B-C184-4354-AA0F-A64B59886F10}"/>
                </a:ext>
              </a:extLst>
            </p:cNvPr>
            <p:cNvGrpSpPr>
              <a:grpSpLocks/>
            </p:cNvGrpSpPr>
            <p:nvPr/>
          </p:nvGrpSpPr>
          <p:grpSpPr bwMode="auto">
            <a:xfrm rot="2673613">
              <a:off x="1632298" y="2329198"/>
              <a:ext cx="213071" cy="215900"/>
              <a:chOff x="4836" y="1329"/>
              <a:chExt cx="136" cy="136"/>
            </a:xfrm>
          </p:grpSpPr>
          <p:sp>
            <p:nvSpPr>
              <p:cNvPr id="58" name="Oval 172">
                <a:extLst>
                  <a:ext uri="{FF2B5EF4-FFF2-40B4-BE49-F238E27FC236}">
                    <a16:creationId xmlns:a16="http://schemas.microsoft.com/office/drawing/2014/main" id="{3EB39462-C149-4002-B6FA-CA9767417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6" y="1329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635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C0C0C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noAutofit/>
              </a:bodyPr>
              <a:lstStyle/>
              <a:p>
                <a:pPr algn="ctr" latinLnBrk="1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endParaRPr lang="en-US" altLang="ko-KR" sz="1100" dirty="0">
                  <a:solidFill>
                    <a:schemeClr val="bg1"/>
                  </a:solidFill>
                  <a:latin typeface="+mj-lt"/>
                  <a:ea typeface="맑은 고딕" pitchFamily="50" charset="-127"/>
                </a:endParaRPr>
              </a:p>
            </p:txBody>
          </p:sp>
          <p:grpSp>
            <p:nvGrpSpPr>
              <p:cNvPr id="59" name="Group 173">
                <a:extLst>
                  <a:ext uri="{FF2B5EF4-FFF2-40B4-BE49-F238E27FC236}">
                    <a16:creationId xmlns:a16="http://schemas.microsoft.com/office/drawing/2014/main" id="{D1393573-6A47-4F65-9F1B-53EC5B3D27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9" y="1368"/>
                <a:ext cx="10" cy="58"/>
                <a:chOff x="4899" y="1368"/>
                <a:chExt cx="10" cy="58"/>
              </a:xfrm>
            </p:grpSpPr>
            <p:sp>
              <p:nvSpPr>
                <p:cNvPr id="60" name="Rectangle 174">
                  <a:extLst>
                    <a:ext uri="{FF2B5EF4-FFF2-40B4-BE49-F238E27FC236}">
                      <a16:creationId xmlns:a16="http://schemas.microsoft.com/office/drawing/2014/main" id="{E8DE2BE1-2928-4A84-ABC0-8F445CC989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8900000" flipV="1">
                  <a:off x="4875" y="1392"/>
                  <a:ext cx="58" cy="10"/>
                </a:xfrm>
                <a:prstGeom prst="rect">
                  <a:avLst/>
                </a:prstGeom>
                <a:solidFill>
                  <a:schemeClr val="tx2"/>
                </a:solidFill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pPr algn="ctr"/>
                  <a:endParaRPr lang="ko-KR" altLang="en-US" sz="1100" dirty="0">
                    <a:latin typeface="+mj-lt"/>
                  </a:endParaRPr>
                </a:p>
              </p:txBody>
            </p:sp>
            <p:sp>
              <p:nvSpPr>
                <p:cNvPr id="61" name="Rectangle 175">
                  <a:extLst>
                    <a:ext uri="{FF2B5EF4-FFF2-40B4-BE49-F238E27FC236}">
                      <a16:creationId xmlns:a16="http://schemas.microsoft.com/office/drawing/2014/main" id="{9D7E1781-5205-4998-A3DD-1A205D07AB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2700000" flipH="1" flipV="1">
                  <a:off x="4875" y="1392"/>
                  <a:ext cx="58" cy="10"/>
                </a:xfrm>
                <a:prstGeom prst="rect">
                  <a:avLst/>
                </a:prstGeom>
                <a:solidFill>
                  <a:schemeClr val="tx2"/>
                </a:solidFill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pPr algn="ctr"/>
                  <a:endParaRPr lang="ko-KR" altLang="en-US" sz="1100" dirty="0">
                    <a:latin typeface="+mj-lt"/>
                  </a:endParaRPr>
                </a:p>
              </p:txBody>
            </p:sp>
          </p:grpSp>
        </p:grpSp>
      </p:grpSp>
      <p:sp>
        <p:nvSpPr>
          <p:cNvPr id="49" name="Rectangle 140">
            <a:extLst>
              <a:ext uri="{FF2B5EF4-FFF2-40B4-BE49-F238E27FC236}">
                <a16:creationId xmlns:a16="http://schemas.microsoft.com/office/drawing/2014/main" id="{44639059-13DC-4CE6-8730-CCF4C25F46C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135086" y="1356553"/>
            <a:ext cx="2674257" cy="430046"/>
          </a:xfrm>
          <a:prstGeom prst="leftArrow">
            <a:avLst>
              <a:gd name="adj1" fmla="val 100000"/>
              <a:gd name="adj2" fmla="val 50000"/>
            </a:avLst>
          </a:prstGeom>
          <a:solidFill>
            <a:schemeClr val="tx2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lIns="0" rIns="0" anchor="ctr">
            <a:noAutofit/>
          </a:bodyPr>
          <a:lstStyle/>
          <a:p>
            <a:pPr marL="63500" indent="-63500" algn="ctr"/>
            <a:r>
              <a:rPr kumimoji="0" lang="en-GB" altLang="ko-KR" sz="1700" b="0" dirty="0">
                <a:solidFill>
                  <a:schemeClr val="bg1"/>
                </a:solidFill>
                <a:ea typeface="맑은 고딕" pitchFamily="50" charset="-127"/>
                <a:cs typeface="Arial" panose="020B0604020202020204" pitchFamily="34" charset="0"/>
              </a:rPr>
              <a:t>Restoring</a:t>
            </a:r>
            <a:endParaRPr kumimoji="0" lang="en-US" altLang="ko-KR" sz="1700" b="0" dirty="0">
              <a:solidFill>
                <a:schemeClr val="bg1"/>
              </a:solidFill>
              <a:ea typeface="맑은 고딕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DE105ED-8A17-4C0E-8836-725AC61AFABE}"/>
              </a:ext>
            </a:extLst>
          </p:cNvPr>
          <p:cNvGrpSpPr/>
          <p:nvPr/>
        </p:nvGrpSpPr>
        <p:grpSpPr>
          <a:xfrm>
            <a:off x="2946402" y="1910387"/>
            <a:ext cx="2641565" cy="3161015"/>
            <a:chOff x="2946402" y="1910387"/>
            <a:chExt cx="2641565" cy="3161015"/>
          </a:xfrm>
        </p:grpSpPr>
        <p:sp>
          <p:nvSpPr>
            <p:cNvPr id="54" name="Rectangle 169">
              <a:extLst>
                <a:ext uri="{FF2B5EF4-FFF2-40B4-BE49-F238E27FC236}">
                  <a16:creationId xmlns:a16="http://schemas.microsoft.com/office/drawing/2014/main" id="{3AC79E8F-1386-4011-BEC0-84284641E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5087" y="1910387"/>
              <a:ext cx="2452880" cy="316101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>
              <a:noAutofit/>
            </a:bodyPr>
            <a:lstStyle/>
            <a:p>
              <a:pPr algn="ctr"/>
              <a:endParaRPr lang="ko-KR" altLang="en-US" sz="1100" dirty="0"/>
            </a:p>
          </p:txBody>
        </p:sp>
        <p:sp>
          <p:nvSpPr>
            <p:cNvPr id="62" name="Rectangle 143">
              <a:extLst>
                <a:ext uri="{FF2B5EF4-FFF2-40B4-BE49-F238E27FC236}">
                  <a16:creationId xmlns:a16="http://schemas.microsoft.com/office/drawing/2014/main" id="{CF72D24D-F042-46D8-9C4E-E0048CF5CD82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289313" y="2142138"/>
              <a:ext cx="1055903" cy="576072"/>
            </a:xfrm>
            <a:prstGeom prst="rect">
              <a:avLst/>
            </a:prstGeom>
            <a:solidFill>
              <a:schemeClr val="tx2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bg1"/>
                  </a:solidFill>
                  <a:ea typeface="맑은 고딕" pitchFamily="50" charset="-127"/>
                  <a:cs typeface="Arial" panose="020B0604020202020204" pitchFamily="34" charset="0"/>
                </a:rPr>
                <a:t>942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bg1"/>
                  </a:solidFill>
                  <a:ea typeface="맑은 고딕" pitchFamily="50" charset="-127"/>
                  <a:cs typeface="Arial" panose="020B0604020202020204" pitchFamily="34" charset="0"/>
                </a:rPr>
                <a:t>records</a:t>
              </a:r>
            </a:p>
          </p:txBody>
        </p:sp>
        <p:sp>
          <p:nvSpPr>
            <p:cNvPr id="66" name="Rectangle 143">
              <a:extLst>
                <a:ext uri="{FF2B5EF4-FFF2-40B4-BE49-F238E27FC236}">
                  <a16:creationId xmlns:a16="http://schemas.microsoft.com/office/drawing/2014/main" id="{C13E8156-6484-4D13-8E4F-1B9B42F8020D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289313" y="3615828"/>
              <a:ext cx="1055903" cy="576072"/>
            </a:xfrm>
            <a:prstGeom prst="rect">
              <a:avLst/>
            </a:prstGeom>
            <a:solidFill>
              <a:schemeClr val="tx2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bg1"/>
                  </a:solidFill>
                  <a:ea typeface="맑은 고딕" pitchFamily="50" charset="-127"/>
                  <a:cs typeface="Arial" panose="020B0604020202020204" pitchFamily="34" charset="0"/>
                </a:rPr>
                <a:t>758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bg1"/>
                  </a:solidFill>
                  <a:ea typeface="맑은 고딕" pitchFamily="50" charset="-127"/>
                  <a:cs typeface="Arial" panose="020B0604020202020204" pitchFamily="34" charset="0"/>
                </a:rPr>
                <a:t>records</a:t>
              </a:r>
            </a:p>
          </p:txBody>
        </p:sp>
        <p:cxnSp>
          <p:nvCxnSpPr>
            <p:cNvPr id="16" name="연결선: 꺾임 15">
              <a:extLst>
                <a:ext uri="{FF2B5EF4-FFF2-40B4-BE49-F238E27FC236}">
                  <a16:creationId xmlns:a16="http://schemas.microsoft.com/office/drawing/2014/main" id="{803EF233-05D4-4666-806C-25C7225F1F5A}"/>
                </a:ext>
              </a:extLst>
            </p:cNvPr>
            <p:cNvCxnSpPr>
              <a:cxnSpLocks/>
              <a:stCxn id="63" idx="3"/>
              <a:endCxn id="66" idx="1"/>
            </p:cNvCxnSpPr>
            <p:nvPr/>
          </p:nvCxnSpPr>
          <p:spPr bwMode="auto">
            <a:xfrm>
              <a:off x="2946402" y="2428586"/>
              <a:ext cx="342911" cy="1475278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B473E53-9714-438E-94F7-94FCDE6D3D18}"/>
                </a:ext>
              </a:extLst>
            </p:cNvPr>
            <p:cNvCxnSpPr>
              <a:cxnSpLocks/>
              <a:stCxn id="63" idx="3"/>
              <a:endCxn id="62" idx="1"/>
            </p:cNvCxnSpPr>
            <p:nvPr/>
          </p:nvCxnSpPr>
          <p:spPr bwMode="auto">
            <a:xfrm>
              <a:off x="2946402" y="2428586"/>
              <a:ext cx="342911" cy="1588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4B7C73A-FC33-4177-8F8D-683AEA3BBF32}"/>
              </a:ext>
            </a:extLst>
          </p:cNvPr>
          <p:cNvGrpSpPr/>
          <p:nvPr/>
        </p:nvGrpSpPr>
        <p:grpSpPr>
          <a:xfrm>
            <a:off x="4345216" y="1904786"/>
            <a:ext cx="5333770" cy="3161015"/>
            <a:chOff x="4345216" y="1904786"/>
            <a:chExt cx="5333770" cy="3161015"/>
          </a:xfrm>
        </p:grpSpPr>
        <p:sp>
          <p:nvSpPr>
            <p:cNvPr id="53" name="Rectangle 169">
              <a:extLst>
                <a:ext uri="{FF2B5EF4-FFF2-40B4-BE49-F238E27FC236}">
                  <a16:creationId xmlns:a16="http://schemas.microsoft.com/office/drawing/2014/main" id="{B7AD0EE8-D133-4C46-B010-943C990F4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25" y="1904786"/>
              <a:ext cx="3957661" cy="316101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>
              <a:noAutofit/>
            </a:bodyPr>
            <a:lstStyle/>
            <a:p>
              <a:pPr algn="ctr"/>
              <a:endParaRPr lang="ko-KR" altLang="en-US" sz="11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0BFAB68-6BCD-4ED5-8FEF-5A3392A4AE71}"/>
                </a:ext>
              </a:extLst>
            </p:cNvPr>
            <p:cNvSpPr/>
            <p:nvPr/>
          </p:nvSpPr>
          <p:spPr bwMode="blackWhite">
            <a:xfrm>
              <a:off x="7476796" y="2203254"/>
              <a:ext cx="2013114" cy="1227202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7185" name="직선 연결선 7184">
              <a:extLst>
                <a:ext uri="{FF2B5EF4-FFF2-40B4-BE49-F238E27FC236}">
                  <a16:creationId xmlns:a16="http://schemas.microsoft.com/office/drawing/2014/main" id="{F5DF87D0-73D0-4030-A13F-EEA4DD8B39A3}"/>
                </a:ext>
              </a:extLst>
            </p:cNvPr>
            <p:cNvCxnSpPr>
              <a:cxnSpLocks/>
              <a:stCxn id="62" idx="3"/>
              <a:endCxn id="99" idx="1"/>
            </p:cNvCxnSpPr>
            <p:nvPr/>
          </p:nvCxnSpPr>
          <p:spPr bwMode="auto">
            <a:xfrm>
              <a:off x="4345216" y="2430174"/>
              <a:ext cx="1937148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87" name="직선 연결선 7186">
              <a:extLst>
                <a:ext uri="{FF2B5EF4-FFF2-40B4-BE49-F238E27FC236}">
                  <a16:creationId xmlns:a16="http://schemas.microsoft.com/office/drawing/2014/main" id="{D1B3CBB2-9B47-4475-95C2-11D6B18873CB}"/>
                </a:ext>
              </a:extLst>
            </p:cNvPr>
            <p:cNvCxnSpPr>
              <a:cxnSpLocks/>
              <a:endCxn id="102" idx="1"/>
            </p:cNvCxnSpPr>
            <p:nvPr/>
          </p:nvCxnSpPr>
          <p:spPr bwMode="auto">
            <a:xfrm>
              <a:off x="5955228" y="3903864"/>
              <a:ext cx="327136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96" name="연결선: 꺾임 7195">
              <a:extLst>
                <a:ext uri="{FF2B5EF4-FFF2-40B4-BE49-F238E27FC236}">
                  <a16:creationId xmlns:a16="http://schemas.microsoft.com/office/drawing/2014/main" id="{D9F7DB1A-5984-4257-82E4-96678AE64863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5995967" y="2538897"/>
              <a:ext cx="403504" cy="182880"/>
            </a:xfrm>
            <a:prstGeom prst="bentConnector2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98" name="연결선: 꺾임 7197">
              <a:extLst>
                <a:ext uri="{FF2B5EF4-FFF2-40B4-BE49-F238E27FC236}">
                  <a16:creationId xmlns:a16="http://schemas.microsoft.com/office/drawing/2014/main" id="{4986E71B-73A5-4CFC-8306-74DE5EA92F76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5799292" y="2744138"/>
              <a:ext cx="796857" cy="182880"/>
            </a:xfrm>
            <a:prstGeom prst="bentConnector3">
              <a:avLst>
                <a:gd name="adj1" fmla="val 101399"/>
              </a:avLst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연결선: 꺾임 33">
              <a:extLst>
                <a:ext uri="{FF2B5EF4-FFF2-40B4-BE49-F238E27FC236}">
                  <a16:creationId xmlns:a16="http://schemas.microsoft.com/office/drawing/2014/main" id="{9A0DA702-B55A-4156-A692-DC5B19D88E05}"/>
                </a:ext>
              </a:extLst>
            </p:cNvPr>
            <p:cNvCxnSpPr>
              <a:cxnSpLocks/>
              <a:endCxn id="103" idx="1"/>
            </p:cNvCxnSpPr>
            <p:nvPr/>
          </p:nvCxnSpPr>
          <p:spPr bwMode="auto">
            <a:xfrm rot="16200000" flipH="1">
              <a:off x="6010841" y="4021615"/>
              <a:ext cx="382926" cy="160120"/>
            </a:xfrm>
            <a:prstGeom prst="bentConnector2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9" name="Rectangle 143">
              <a:extLst>
                <a:ext uri="{FF2B5EF4-FFF2-40B4-BE49-F238E27FC236}">
                  <a16:creationId xmlns:a16="http://schemas.microsoft.com/office/drawing/2014/main" id="{AD09CDC1-1C12-4D6F-A654-436C80F7D636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282364" y="2259124"/>
              <a:ext cx="1065535" cy="342100"/>
            </a:xfrm>
            <a:prstGeom prst="rect">
              <a:avLst/>
            </a:prstGeom>
            <a:solidFill>
              <a:schemeClr val="accent3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Cluster 1 </a:t>
              </a:r>
            </a:p>
          </p:txBody>
        </p:sp>
        <p:sp>
          <p:nvSpPr>
            <p:cNvPr id="100" name="Rectangle 143">
              <a:extLst>
                <a:ext uri="{FF2B5EF4-FFF2-40B4-BE49-F238E27FC236}">
                  <a16:creationId xmlns:a16="http://schemas.microsoft.com/office/drawing/2014/main" id="{81324553-86F6-419D-8CCA-2834F44FFD4A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282364" y="2661040"/>
              <a:ext cx="1065535" cy="342100"/>
            </a:xfrm>
            <a:prstGeom prst="rect">
              <a:avLst/>
            </a:prstGeom>
            <a:solidFill>
              <a:schemeClr val="accent3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Cluster …</a:t>
              </a:r>
            </a:p>
          </p:txBody>
        </p:sp>
        <p:sp>
          <p:nvSpPr>
            <p:cNvPr id="101" name="Rectangle 143">
              <a:extLst>
                <a:ext uri="{FF2B5EF4-FFF2-40B4-BE49-F238E27FC236}">
                  <a16:creationId xmlns:a16="http://schemas.microsoft.com/office/drawing/2014/main" id="{D7F9CBE6-04A5-4D90-B82C-59517EBB081B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282364" y="3062956"/>
              <a:ext cx="1065535" cy="342100"/>
            </a:xfrm>
            <a:prstGeom prst="rect">
              <a:avLst/>
            </a:prstGeom>
            <a:solidFill>
              <a:schemeClr val="accent3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Cluster …</a:t>
              </a:r>
            </a:p>
          </p:txBody>
        </p:sp>
        <p:sp>
          <p:nvSpPr>
            <p:cNvPr id="102" name="Rectangle 143">
              <a:extLst>
                <a:ext uri="{FF2B5EF4-FFF2-40B4-BE49-F238E27FC236}">
                  <a16:creationId xmlns:a16="http://schemas.microsoft.com/office/drawing/2014/main" id="{5BD10106-510D-4788-90ED-8FA15C3F696E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282364" y="3732814"/>
              <a:ext cx="1065535" cy="342100"/>
            </a:xfrm>
            <a:prstGeom prst="rect">
              <a:avLst/>
            </a:prstGeom>
            <a:solidFill>
              <a:schemeClr val="accent3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Cluster …</a:t>
              </a:r>
            </a:p>
          </p:txBody>
        </p:sp>
        <p:sp>
          <p:nvSpPr>
            <p:cNvPr id="103" name="Rectangle 143">
              <a:extLst>
                <a:ext uri="{FF2B5EF4-FFF2-40B4-BE49-F238E27FC236}">
                  <a16:creationId xmlns:a16="http://schemas.microsoft.com/office/drawing/2014/main" id="{C596DFAB-A334-4CDA-A4BC-0E9EA11702BB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282364" y="4122088"/>
              <a:ext cx="1065535" cy="342100"/>
            </a:xfrm>
            <a:prstGeom prst="rect">
              <a:avLst/>
            </a:prstGeom>
            <a:solidFill>
              <a:schemeClr val="accent3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Cluster …</a:t>
              </a:r>
            </a:p>
          </p:txBody>
        </p:sp>
        <p:graphicFrame>
          <p:nvGraphicFramePr>
            <p:cNvPr id="111" name="차트 110">
              <a:extLst>
                <a:ext uri="{FF2B5EF4-FFF2-40B4-BE49-F238E27FC236}">
                  <a16:creationId xmlns:a16="http://schemas.microsoft.com/office/drawing/2014/main" id="{3F3CC873-3416-4EEA-AA36-06E07C6B631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34178137"/>
                </p:ext>
              </p:extLst>
            </p:nvPr>
          </p:nvGraphicFramePr>
          <p:xfrm>
            <a:off x="7581373" y="2125276"/>
            <a:ext cx="1838739" cy="14642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6A7AE672-B6E3-423C-9055-D97596408FF8}"/>
                </a:ext>
              </a:extLst>
            </p:cNvPr>
            <p:cNvSpPr/>
            <p:nvPr/>
          </p:nvSpPr>
          <p:spPr bwMode="blackWhite">
            <a:xfrm>
              <a:off x="7476796" y="3665444"/>
              <a:ext cx="2013114" cy="865326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aphicFrame>
          <p:nvGraphicFramePr>
            <p:cNvPr id="112" name="차트 111">
              <a:extLst>
                <a:ext uri="{FF2B5EF4-FFF2-40B4-BE49-F238E27FC236}">
                  <a16:creationId xmlns:a16="http://schemas.microsoft.com/office/drawing/2014/main" id="{15475517-4612-4D23-98F8-80FD3EC6325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92805370"/>
                </p:ext>
              </p:extLst>
            </p:nvPr>
          </p:nvGraphicFramePr>
          <p:xfrm>
            <a:off x="7543343" y="3559453"/>
            <a:ext cx="1876770" cy="10773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7D70D72-9DA4-4F27-94CA-D99D3CE163A5}"/>
              </a:ext>
            </a:extLst>
          </p:cNvPr>
          <p:cNvGrpSpPr/>
          <p:nvPr/>
        </p:nvGrpSpPr>
        <p:grpSpPr>
          <a:xfrm>
            <a:off x="469901" y="2694388"/>
            <a:ext cx="3581399" cy="3789253"/>
            <a:chOff x="469901" y="2694388"/>
            <a:chExt cx="3581399" cy="3789253"/>
          </a:xfrm>
        </p:grpSpPr>
        <p:sp>
          <p:nvSpPr>
            <p:cNvPr id="95" name="모서리가 둥근 직사각형 95">
              <a:extLst>
                <a:ext uri="{FF2B5EF4-FFF2-40B4-BE49-F238E27FC236}">
                  <a16:creationId xmlns:a16="http://schemas.microsoft.com/office/drawing/2014/main" id="{38C211E3-1663-44F9-A127-849064269DDA}"/>
                </a:ext>
              </a:extLst>
            </p:cNvPr>
            <p:cNvSpPr/>
            <p:nvPr/>
          </p:nvSpPr>
          <p:spPr bwMode="blackWhite">
            <a:xfrm>
              <a:off x="469901" y="5377553"/>
              <a:ext cx="3581399" cy="1106088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36000" rIns="0" rtlCol="0" anchor="ctr"/>
            <a:lstStyle/>
            <a:p>
              <a:pPr marL="225425">
                <a:spcBef>
                  <a:spcPct val="0"/>
                </a:spcBef>
              </a:pPr>
              <a:endParaRPr lang="en-US" altLang="ko-KR" sz="115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Rectangle 143">
              <a:extLst>
                <a:ext uri="{FF2B5EF4-FFF2-40B4-BE49-F238E27FC236}">
                  <a16:creationId xmlns:a16="http://schemas.microsoft.com/office/drawing/2014/main" id="{19C74813-5212-43E6-81D8-4567F4AF47E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35734" y="5554565"/>
              <a:ext cx="1050416" cy="577214"/>
            </a:xfrm>
            <a:prstGeom prst="rect">
              <a:avLst/>
            </a:prstGeom>
            <a:noFill/>
            <a:ln w="635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942 records</a:t>
              </a:r>
            </a:p>
          </p:txBody>
        </p:sp>
        <p:sp>
          <p:nvSpPr>
            <p:cNvPr id="56" name="Rectangle 143">
              <a:extLst>
                <a:ext uri="{FF2B5EF4-FFF2-40B4-BE49-F238E27FC236}">
                  <a16:creationId xmlns:a16="http://schemas.microsoft.com/office/drawing/2014/main" id="{18483482-9A32-4176-8189-85D82B74D5AF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35734" y="5821084"/>
              <a:ext cx="1050416" cy="577214"/>
            </a:xfrm>
            <a:prstGeom prst="rect">
              <a:avLst/>
            </a:prstGeom>
            <a:noFill/>
            <a:ln w="635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758 records</a:t>
              </a:r>
            </a:p>
          </p:txBody>
        </p:sp>
        <p:sp>
          <p:nvSpPr>
            <p:cNvPr id="67" name="내용 개체 틀 2">
              <a:extLst>
                <a:ext uri="{FF2B5EF4-FFF2-40B4-BE49-F238E27FC236}">
                  <a16:creationId xmlns:a16="http://schemas.microsoft.com/office/drawing/2014/main" id="{9BDB87F7-6791-4A44-B48D-2B2CFF33D5A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545798" y="5475435"/>
              <a:ext cx="595177" cy="18742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US" altLang="ko-KR" sz="12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131H</a:t>
              </a:r>
            </a:p>
          </p:txBody>
        </p:sp>
        <p:sp>
          <p:nvSpPr>
            <p:cNvPr id="69" name="내용 개체 틀 2">
              <a:extLst>
                <a:ext uri="{FF2B5EF4-FFF2-40B4-BE49-F238E27FC236}">
                  <a16:creationId xmlns:a16="http://schemas.microsoft.com/office/drawing/2014/main" id="{5AD2E3DE-3986-4D20-A741-90BF059D12A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010223" y="5475435"/>
              <a:ext cx="595177" cy="18742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US" altLang="ko-KR" sz="12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132H</a:t>
              </a:r>
            </a:p>
          </p:txBody>
        </p:sp>
        <p:sp>
          <p:nvSpPr>
            <p:cNvPr id="73" name="내용 개체 틀 2">
              <a:extLst>
                <a:ext uri="{FF2B5EF4-FFF2-40B4-BE49-F238E27FC236}">
                  <a16:creationId xmlns:a16="http://schemas.microsoft.com/office/drawing/2014/main" id="{1C2B924F-4B6E-401E-9BAE-C22A63D3200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474648" y="5475435"/>
              <a:ext cx="595177" cy="18742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US" altLang="ko-KR" sz="12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141H</a:t>
              </a:r>
            </a:p>
          </p:txBody>
        </p:sp>
        <p:sp>
          <p:nvSpPr>
            <p:cNvPr id="74" name="내용 개체 틀 2">
              <a:extLst>
                <a:ext uri="{FF2B5EF4-FFF2-40B4-BE49-F238E27FC236}">
                  <a16:creationId xmlns:a16="http://schemas.microsoft.com/office/drawing/2014/main" id="{697A4260-F105-4440-ACCC-606B5B24624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925004" y="5475435"/>
              <a:ext cx="595177" cy="18742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US" altLang="ko-KR" sz="12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142H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D6418AF-5677-4DA4-BAD0-959CDC6FC2C0}"/>
                </a:ext>
              </a:extLst>
            </p:cNvPr>
            <p:cNvSpPr/>
            <p:nvPr/>
          </p:nvSpPr>
          <p:spPr bwMode="blackWhite">
            <a:xfrm>
              <a:off x="1668296" y="5721224"/>
              <a:ext cx="365760" cy="18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60E05CBE-1004-4DE6-A77B-8C79D1F26A64}"/>
                </a:ext>
              </a:extLst>
            </p:cNvPr>
            <p:cNvSpPr/>
            <p:nvPr/>
          </p:nvSpPr>
          <p:spPr bwMode="blackWhite">
            <a:xfrm>
              <a:off x="2132752" y="5721224"/>
              <a:ext cx="365760" cy="18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EB723BB-AD8C-4D8B-BB78-AF2714354340}"/>
                </a:ext>
              </a:extLst>
            </p:cNvPr>
            <p:cNvSpPr/>
            <p:nvPr/>
          </p:nvSpPr>
          <p:spPr bwMode="blackWhite">
            <a:xfrm>
              <a:off x="2603726" y="5721224"/>
              <a:ext cx="365760" cy="18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34C10B0D-BB47-4C21-80B3-7D9BD5466833}"/>
                </a:ext>
              </a:extLst>
            </p:cNvPr>
            <p:cNvSpPr/>
            <p:nvPr/>
          </p:nvSpPr>
          <p:spPr bwMode="blackWhite">
            <a:xfrm>
              <a:off x="3055028" y="5721224"/>
              <a:ext cx="365760" cy="18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970FE3DB-48C9-44DA-991F-21026917F93A}"/>
                </a:ext>
              </a:extLst>
            </p:cNvPr>
            <p:cNvSpPr/>
            <p:nvPr/>
          </p:nvSpPr>
          <p:spPr bwMode="blackWhite">
            <a:xfrm>
              <a:off x="1668296" y="6015761"/>
              <a:ext cx="365760" cy="18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EEF074CC-E2B7-4E53-A480-89A83D67F33A}"/>
                </a:ext>
              </a:extLst>
            </p:cNvPr>
            <p:cNvSpPr/>
            <p:nvPr/>
          </p:nvSpPr>
          <p:spPr bwMode="blackWhite">
            <a:xfrm>
              <a:off x="2603726" y="6015761"/>
              <a:ext cx="365760" cy="18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35380CB3-7ADA-4C20-A977-B30CE585C901}"/>
                </a:ext>
              </a:extLst>
            </p:cNvPr>
            <p:cNvSpPr/>
            <p:nvPr/>
          </p:nvSpPr>
          <p:spPr bwMode="blackWhite">
            <a:xfrm>
              <a:off x="3055028" y="6015761"/>
              <a:ext cx="365760" cy="18288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6" name="내용 개체 틀 2">
              <a:extLst>
                <a:ext uri="{FF2B5EF4-FFF2-40B4-BE49-F238E27FC236}">
                  <a16:creationId xmlns:a16="http://schemas.microsoft.com/office/drawing/2014/main" id="{CC67F8DB-4912-4FE3-BD69-BE7D951C3CD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389429" y="5475435"/>
              <a:ext cx="595177" cy="18742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US" altLang="ko-KR" sz="12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151H</a:t>
              </a: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31753CCB-4D32-4586-9CC1-19F160DFA8BA}"/>
                </a:ext>
              </a:extLst>
            </p:cNvPr>
            <p:cNvSpPr/>
            <p:nvPr/>
          </p:nvSpPr>
          <p:spPr bwMode="blackWhite">
            <a:xfrm>
              <a:off x="3518507" y="5721224"/>
              <a:ext cx="365760" cy="18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4AD66ED8-6257-4913-A4A7-05C87ABD032F}"/>
                </a:ext>
              </a:extLst>
            </p:cNvPr>
            <p:cNvSpPr/>
            <p:nvPr/>
          </p:nvSpPr>
          <p:spPr bwMode="blackWhite">
            <a:xfrm>
              <a:off x="3518507" y="6015761"/>
              <a:ext cx="365760" cy="18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0D1C9560-085C-47E9-9DDA-D68CD33197D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410305" y="2694388"/>
              <a:ext cx="703137" cy="2692542"/>
            </a:xfrm>
            <a:prstGeom prst="straightConnector1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CFE8B9EE-8D14-4AB9-85D7-D9D1F4738ABB}"/>
                </a:ext>
              </a:extLst>
            </p:cNvPr>
            <p:cNvSpPr/>
            <p:nvPr/>
          </p:nvSpPr>
          <p:spPr bwMode="blackWhite">
            <a:xfrm>
              <a:off x="2132752" y="6015761"/>
              <a:ext cx="365760" cy="182880"/>
            </a:xfrm>
            <a:prstGeom prst="rect">
              <a:avLst/>
            </a:prstGeom>
            <a:solidFill>
              <a:schemeClr val="accent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Rectangle 10">
            <a:extLst>
              <a:ext uri="{FF2B5EF4-FFF2-40B4-BE49-F238E27FC236}">
                <a16:creationId xmlns:a16="http://schemas.microsoft.com/office/drawing/2014/main" id="{4D29F79B-E948-4E7D-BF3C-CB3102EBDA2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599" y="1356553"/>
            <a:ext cx="2995729" cy="430046"/>
          </a:xfrm>
          <a:prstGeom prst="leftArrow">
            <a:avLst>
              <a:gd name="adj1" fmla="val 100000"/>
              <a:gd name="adj2" fmla="val 50000"/>
            </a:avLst>
          </a:prstGeom>
          <a:solidFill>
            <a:schemeClr val="tx2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lIns="0" rIns="0" anchor="ctr">
            <a:noAutofit/>
          </a:bodyPr>
          <a:lstStyle/>
          <a:p>
            <a:pPr marL="63500" indent="-63500" algn="ctr"/>
            <a:r>
              <a:rPr kumimoji="0" lang="en-US" altLang="ko-KR" sz="1700" b="0" dirty="0">
                <a:solidFill>
                  <a:schemeClr val="bg1"/>
                </a:solidFill>
                <a:ea typeface="맑은 고딕" pitchFamily="50" charset="-127"/>
                <a:cs typeface="Arial" panose="020B0604020202020204" pitchFamily="34" charset="0"/>
              </a:rPr>
              <a:t>Preparing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96F3520-A7C0-4557-96B5-EC272F789D17}"/>
              </a:ext>
            </a:extLst>
          </p:cNvPr>
          <p:cNvGrpSpPr/>
          <p:nvPr/>
        </p:nvGrpSpPr>
        <p:grpSpPr>
          <a:xfrm>
            <a:off x="2132752" y="3615828"/>
            <a:ext cx="3816029" cy="2861006"/>
            <a:chOff x="2132752" y="3615828"/>
            <a:chExt cx="3816029" cy="2861006"/>
          </a:xfrm>
        </p:grpSpPr>
        <p:sp>
          <p:nvSpPr>
            <p:cNvPr id="106" name="Rectangle 143">
              <a:extLst>
                <a:ext uri="{FF2B5EF4-FFF2-40B4-BE49-F238E27FC236}">
                  <a16:creationId xmlns:a16="http://schemas.microsoft.com/office/drawing/2014/main" id="{CEBE181C-65E8-4D2D-A691-6BD0B23F9B9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4892878" y="3615828"/>
              <a:ext cx="1055903" cy="576072"/>
            </a:xfrm>
            <a:prstGeom prst="rect">
              <a:avLst/>
            </a:prstGeom>
            <a:solidFill>
              <a:schemeClr val="tx2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bg1"/>
                  </a:solidFill>
                  <a:ea typeface="맑은 고딕" pitchFamily="50" charset="-127"/>
                  <a:cs typeface="Arial" panose="020B0604020202020204" pitchFamily="34" charset="0"/>
                </a:rPr>
                <a:t>Imputed</a:t>
              </a:r>
              <a:br>
                <a:rPr kumimoji="0" lang="en-US" altLang="ko-KR" sz="1600" b="0" dirty="0">
                  <a:solidFill>
                    <a:schemeClr val="bg1"/>
                  </a:solidFill>
                  <a:ea typeface="맑은 고딕" pitchFamily="50" charset="-127"/>
                  <a:cs typeface="Arial" panose="020B0604020202020204" pitchFamily="34" charset="0"/>
                </a:rPr>
              </a:br>
              <a:r>
                <a:rPr kumimoji="0" lang="en-US" altLang="ko-KR" sz="1600" b="0" dirty="0">
                  <a:solidFill>
                    <a:schemeClr val="bg1"/>
                  </a:solidFill>
                  <a:ea typeface="맑은 고딕" pitchFamily="50" charset="-127"/>
                  <a:cs typeface="Arial" panose="020B0604020202020204" pitchFamily="34" charset="0"/>
                </a:rPr>
                <a:t>758?</a:t>
              </a:r>
            </a:p>
          </p:txBody>
        </p:sp>
        <p:sp>
          <p:nvSpPr>
            <p:cNvPr id="107" name="Rectangle 143">
              <a:extLst>
                <a:ext uri="{FF2B5EF4-FFF2-40B4-BE49-F238E27FC236}">
                  <a16:creationId xmlns:a16="http://schemas.microsoft.com/office/drawing/2014/main" id="{6149C86C-5D1D-4AD9-B2B3-A9F401BA546C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289313" y="4364904"/>
              <a:ext cx="1055903" cy="572894"/>
            </a:xfrm>
            <a:prstGeom prst="rect">
              <a:avLst/>
            </a:prstGeom>
            <a:solidFill>
              <a:schemeClr val="accent1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36000" r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Historical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ko-KR" sz="1600" b="0" dirty="0">
                  <a:solidFill>
                    <a:schemeClr val="tx1"/>
                  </a:solidFill>
                  <a:ea typeface="맑은 고딕" pitchFamily="50" charset="-127"/>
                  <a:cs typeface="Arial" panose="020B0604020202020204" pitchFamily="34" charset="0"/>
                </a:rPr>
                <a:t>data</a:t>
              </a:r>
              <a:endParaRPr kumimoji="0" lang="ko-KR" altLang="en-US" sz="1600" b="0" dirty="0">
                <a:solidFill>
                  <a:schemeClr val="tx1"/>
                </a:solidFill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7172" name="연결선: 꺾임 7171">
              <a:extLst>
                <a:ext uri="{FF2B5EF4-FFF2-40B4-BE49-F238E27FC236}">
                  <a16:creationId xmlns:a16="http://schemas.microsoft.com/office/drawing/2014/main" id="{33AD709C-3771-47ED-8CCD-CDA3C6CF2578}"/>
                </a:ext>
              </a:extLst>
            </p:cNvPr>
            <p:cNvCxnSpPr>
              <a:cxnSpLocks/>
              <a:stCxn id="66" idx="3"/>
              <a:endCxn id="106" idx="1"/>
            </p:cNvCxnSpPr>
            <p:nvPr/>
          </p:nvCxnSpPr>
          <p:spPr bwMode="auto">
            <a:xfrm>
              <a:off x="4345216" y="3903864"/>
              <a:ext cx="547662" cy="12700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75" name="연결선: 꺾임 7174">
              <a:extLst>
                <a:ext uri="{FF2B5EF4-FFF2-40B4-BE49-F238E27FC236}">
                  <a16:creationId xmlns:a16="http://schemas.microsoft.com/office/drawing/2014/main" id="{15E10CFD-C716-4FAD-B468-BBBCB6F3EB6E}"/>
                </a:ext>
              </a:extLst>
            </p:cNvPr>
            <p:cNvCxnSpPr>
              <a:cxnSpLocks/>
              <a:stCxn id="107" idx="3"/>
              <a:endCxn id="106" idx="1"/>
            </p:cNvCxnSpPr>
            <p:nvPr/>
          </p:nvCxnSpPr>
          <p:spPr bwMode="auto">
            <a:xfrm flipV="1">
              <a:off x="4345216" y="3903864"/>
              <a:ext cx="547662" cy="747487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16" name="Group 171">
              <a:extLst>
                <a:ext uri="{FF2B5EF4-FFF2-40B4-BE49-F238E27FC236}">
                  <a16:creationId xmlns:a16="http://schemas.microsoft.com/office/drawing/2014/main" id="{8AFBD832-A3D4-4FF9-9236-D5A9E1E79625}"/>
                </a:ext>
              </a:extLst>
            </p:cNvPr>
            <p:cNvGrpSpPr>
              <a:grpSpLocks/>
            </p:cNvGrpSpPr>
            <p:nvPr/>
          </p:nvGrpSpPr>
          <p:grpSpPr bwMode="auto">
            <a:xfrm rot="2673613">
              <a:off x="4482682" y="3823793"/>
              <a:ext cx="213071" cy="215900"/>
              <a:chOff x="4836" y="1329"/>
              <a:chExt cx="136" cy="136"/>
            </a:xfrm>
          </p:grpSpPr>
          <p:sp>
            <p:nvSpPr>
              <p:cNvPr id="117" name="Oval 172">
                <a:extLst>
                  <a:ext uri="{FF2B5EF4-FFF2-40B4-BE49-F238E27FC236}">
                    <a16:creationId xmlns:a16="http://schemas.microsoft.com/office/drawing/2014/main" id="{D4D468B0-1FFC-4A4A-B932-31ECDF615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6" y="1329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635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C0C0C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noAutofit/>
              </a:bodyPr>
              <a:lstStyle/>
              <a:p>
                <a:pPr algn="ctr" latinLnBrk="1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endParaRPr lang="en-US" altLang="ko-KR" sz="1100" dirty="0">
                  <a:solidFill>
                    <a:schemeClr val="bg1"/>
                  </a:solidFill>
                  <a:latin typeface="+mj-lt"/>
                  <a:ea typeface="맑은 고딕" pitchFamily="50" charset="-127"/>
                </a:endParaRPr>
              </a:p>
            </p:txBody>
          </p:sp>
          <p:grpSp>
            <p:nvGrpSpPr>
              <p:cNvPr id="118" name="Group 173">
                <a:extLst>
                  <a:ext uri="{FF2B5EF4-FFF2-40B4-BE49-F238E27FC236}">
                    <a16:creationId xmlns:a16="http://schemas.microsoft.com/office/drawing/2014/main" id="{C9E237BF-5799-43A4-A15C-EF5C3E3243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9" y="1368"/>
                <a:ext cx="10" cy="58"/>
                <a:chOff x="4899" y="1368"/>
                <a:chExt cx="10" cy="58"/>
              </a:xfrm>
            </p:grpSpPr>
            <p:sp>
              <p:nvSpPr>
                <p:cNvPr id="119" name="Rectangle 174">
                  <a:extLst>
                    <a:ext uri="{FF2B5EF4-FFF2-40B4-BE49-F238E27FC236}">
                      <a16:creationId xmlns:a16="http://schemas.microsoft.com/office/drawing/2014/main" id="{654B061D-73BA-4C92-BE26-78A3EB7FA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18900000" flipV="1">
                  <a:off x="4875" y="1392"/>
                  <a:ext cx="58" cy="10"/>
                </a:xfrm>
                <a:prstGeom prst="rect">
                  <a:avLst/>
                </a:prstGeom>
                <a:solidFill>
                  <a:schemeClr val="tx2"/>
                </a:solidFill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pPr algn="ctr"/>
                  <a:endParaRPr lang="ko-KR" altLang="en-US" sz="1100" dirty="0">
                    <a:latin typeface="+mj-lt"/>
                  </a:endParaRPr>
                </a:p>
              </p:txBody>
            </p:sp>
            <p:sp>
              <p:nvSpPr>
                <p:cNvPr id="120" name="Rectangle 175">
                  <a:extLst>
                    <a:ext uri="{FF2B5EF4-FFF2-40B4-BE49-F238E27FC236}">
                      <a16:creationId xmlns:a16="http://schemas.microsoft.com/office/drawing/2014/main" id="{53FDDB37-AD9B-469E-A865-F651632421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2700000" flipH="1" flipV="1">
                  <a:off x="4875" y="1392"/>
                  <a:ext cx="58" cy="10"/>
                </a:xfrm>
                <a:prstGeom prst="rect">
                  <a:avLst/>
                </a:prstGeom>
                <a:solidFill>
                  <a:schemeClr val="tx2"/>
                </a:solidFill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pPr algn="ctr"/>
                  <a:endParaRPr lang="ko-KR" altLang="en-US" sz="1100" dirty="0">
                    <a:latin typeface="+mj-lt"/>
                  </a:endParaRPr>
                </a:p>
              </p:txBody>
            </p:sp>
          </p:grpSp>
        </p:grp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C10A9F5A-3784-4488-8A0E-8075F9542D87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2776770" y="5782272"/>
              <a:ext cx="12700" cy="922276"/>
            </a:xfrm>
            <a:prstGeom prst="bentConnector3">
              <a:avLst>
                <a:gd name="adj1" fmla="val 1356921"/>
              </a:avLst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5" name="내용 개체 틀 2">
              <a:extLst>
                <a:ext uri="{FF2B5EF4-FFF2-40B4-BE49-F238E27FC236}">
                  <a16:creationId xmlns:a16="http://schemas.microsoft.com/office/drawing/2014/main" id="{6CA29159-F816-44E3-B8DE-4D613AFB6D9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263724" y="6320701"/>
              <a:ext cx="914781" cy="1561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GB" altLang="ko-KR" sz="1000" b="0" i="1" kern="100" dirty="0">
                  <a:latin typeface="Arial" panose="020B0604020202020204" pitchFamily="34" charset="0"/>
                  <a:cs typeface="Arial" panose="020B0604020202020204" pitchFamily="34" charset="0"/>
                </a:rPr>
                <a:t>Historical</a:t>
              </a:r>
              <a:r>
                <a:rPr lang="ko-KR" altLang="en-US" sz="1000" b="0" i="1" kern="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altLang="ko-KR" sz="1000" b="0" i="1" kern="100" dirty="0"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  <a:endParaRPr lang="en-US" altLang="ko-KR" sz="1000" b="0" i="1" kern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EC76B605-863D-46F2-8D0D-CEA0BCD3A5B8}"/>
                </a:ext>
              </a:extLst>
            </p:cNvPr>
            <p:cNvSpPr/>
            <p:nvPr/>
          </p:nvSpPr>
          <p:spPr bwMode="blackWhite">
            <a:xfrm>
              <a:off x="3055028" y="6015761"/>
              <a:ext cx="365760" cy="182880"/>
            </a:xfrm>
            <a:prstGeom prst="rect">
              <a:avLst/>
            </a:prstGeom>
            <a:pattFill prst="dkUpDiag">
              <a:fgClr>
                <a:schemeClr val="accent1"/>
              </a:fgClr>
              <a:bgClr>
                <a:schemeClr val="bg1">
                  <a:lumMod val="50000"/>
                </a:schemeClr>
              </a:bgClr>
            </a:pattFill>
            <a:ln w="3175" algn="ctr">
              <a:solidFill>
                <a:schemeClr val="bg1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BC3D2FF0-ABFE-4ACA-9B48-7731517493F6}"/>
                </a:ext>
              </a:extLst>
            </p:cNvPr>
            <p:cNvSpPr/>
            <p:nvPr/>
          </p:nvSpPr>
          <p:spPr bwMode="blackWhite">
            <a:xfrm>
              <a:off x="2132752" y="6015761"/>
              <a:ext cx="365760" cy="18288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02CC0F2-21CA-48CB-B01E-A88CA408583F}"/>
              </a:ext>
            </a:extLst>
          </p:cNvPr>
          <p:cNvGrpSpPr/>
          <p:nvPr/>
        </p:nvGrpSpPr>
        <p:grpSpPr>
          <a:xfrm>
            <a:off x="5143500" y="4854987"/>
            <a:ext cx="4209783" cy="1585147"/>
            <a:chOff x="5143500" y="4854987"/>
            <a:chExt cx="4209783" cy="1585147"/>
          </a:xfrm>
        </p:grpSpPr>
        <p:cxnSp>
          <p:nvCxnSpPr>
            <p:cNvPr id="147" name="직선 화살표 연결선 146">
              <a:extLst>
                <a:ext uri="{FF2B5EF4-FFF2-40B4-BE49-F238E27FC236}">
                  <a16:creationId xmlns:a16="http://schemas.microsoft.com/office/drawing/2014/main" id="{854236E6-CEDD-4B84-9674-D88A305D59B0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8529542" y="4854987"/>
              <a:ext cx="311788" cy="577504"/>
            </a:xfrm>
            <a:prstGeom prst="straightConnector1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sp>
          <p:nvSpPr>
            <p:cNvPr id="146" name="모서리가 둥근 직사각형 95">
              <a:extLst>
                <a:ext uri="{FF2B5EF4-FFF2-40B4-BE49-F238E27FC236}">
                  <a16:creationId xmlns:a16="http://schemas.microsoft.com/office/drawing/2014/main" id="{E59AF5D4-56F6-4D26-9444-79F235E85DC7}"/>
                </a:ext>
              </a:extLst>
            </p:cNvPr>
            <p:cNvSpPr/>
            <p:nvPr/>
          </p:nvSpPr>
          <p:spPr bwMode="blackWhite">
            <a:xfrm>
              <a:off x="5143500" y="5377553"/>
              <a:ext cx="4209783" cy="1062581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36000" rIns="0" rtlCol="0" anchor="ctr"/>
            <a:lstStyle/>
            <a:p>
              <a:pPr marL="225425">
                <a:spcBef>
                  <a:spcPct val="0"/>
                </a:spcBef>
              </a:pPr>
              <a:endParaRPr lang="en-US" altLang="ko-KR" sz="115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내용 개체 틀 2">
              <a:extLst>
                <a:ext uri="{FF2B5EF4-FFF2-40B4-BE49-F238E27FC236}">
                  <a16:creationId xmlns:a16="http://schemas.microsoft.com/office/drawing/2014/main" id="{B7720CD3-665D-48D1-8816-6109FB8B751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278615" y="5470826"/>
              <a:ext cx="4038600" cy="840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77800" lvl="1" indent="-176213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kern="100" dirty="0">
                  <a:latin typeface="Arial" panose="020B0604020202020204" pitchFamily="34" charset="0"/>
                  <a:cs typeface="Arial" panose="020B0604020202020204" pitchFamily="34" charset="0"/>
                </a:rPr>
                <a:t>Transformation into durations, e.g.,</a:t>
              </a:r>
            </a:p>
            <a:p>
              <a:pPr marL="350838" lvl="2" indent="-176213" defTabSz="180000" latinLnBrk="0"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Competition open since month and year</a:t>
              </a:r>
            </a:p>
            <a:p>
              <a:pPr marL="350838" lvl="2" indent="-176213" defTabSz="180000" latinLnBrk="0"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Promo2 since week and year</a:t>
              </a:r>
              <a:endParaRPr lang="en-US" altLang="ko-KR" sz="1600" b="0" kern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21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C2FF5628-682B-4EAE-87BB-9791A4729138}"/>
              </a:ext>
            </a:extLst>
          </p:cNvPr>
          <p:cNvSpPr/>
          <p:nvPr/>
        </p:nvSpPr>
        <p:spPr bwMode="blackWhite">
          <a:xfrm>
            <a:off x="6226206" y="1358900"/>
            <a:ext cx="3452782" cy="51308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173E1FB6-EDC6-4E74-94D5-691D84BE260D}"/>
              </a:ext>
            </a:extLst>
          </p:cNvPr>
          <p:cNvSpPr/>
          <p:nvPr/>
        </p:nvSpPr>
        <p:spPr bwMode="blackWhite">
          <a:xfrm>
            <a:off x="227012" y="1444625"/>
            <a:ext cx="6097587" cy="5130800"/>
          </a:xfrm>
          <a:prstGeom prst="homePlate">
            <a:avLst>
              <a:gd name="adj" fmla="val 7752"/>
            </a:avLst>
          </a:prstGeom>
          <a:solidFill>
            <a:schemeClr val="bg1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23099E-CB3C-43DE-8037-7D36FB4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75" y="278463"/>
            <a:ext cx="9001125" cy="40011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</a:rPr>
              <a:t>Predictive modelling and validation</a:t>
            </a:r>
            <a:endParaRPr lang="en-GB" b="0" dirty="0">
              <a:latin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56F9CD-F193-4112-B05B-264846843190}"/>
              </a:ext>
            </a:extLst>
          </p:cNvPr>
          <p:cNvSpPr/>
          <p:nvPr/>
        </p:nvSpPr>
        <p:spPr bwMode="blackWhite">
          <a:xfrm>
            <a:off x="115955" y="66260"/>
            <a:ext cx="336420" cy="228600"/>
          </a:xfrm>
          <a:prstGeom prst="rect">
            <a:avLst/>
          </a:prstGeom>
          <a:solidFill>
            <a:schemeClr val="tx2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200" dirty="0">
                <a:solidFill>
                  <a:schemeClr val="bg1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2.2</a:t>
            </a:r>
          </a:p>
        </p:txBody>
      </p:sp>
      <p:sp>
        <p:nvSpPr>
          <p:cNvPr id="5" name="Rectangle 59">
            <a:extLst>
              <a:ext uri="{FF2B5EF4-FFF2-40B4-BE49-F238E27FC236}">
                <a16:creationId xmlns:a16="http://schemas.microsoft.com/office/drawing/2014/main" id="{37C2095A-1B9D-4055-BDA2-FA3263E99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81" y="78199"/>
            <a:ext cx="5567300" cy="218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lvl="1" defTabSz="180000" latinLnBrk="0">
              <a:lnSpc>
                <a:spcPct val="110000"/>
              </a:lnSpc>
              <a:spcBef>
                <a:spcPts val="300"/>
              </a:spcBef>
              <a:buSzPct val="120000"/>
              <a:tabLst>
                <a:tab pos="180000" algn="l"/>
              </a:tabLst>
            </a:pPr>
            <a:r>
              <a:rPr lang="en-GB" altLang="ko-KR" b="0" kern="100" dirty="0">
                <a:ea typeface="맑은 고딕" pitchFamily="50" charset="-127"/>
                <a:cs typeface="Arial" panose="020B0604020202020204" pitchFamily="34" charset="0"/>
              </a:rPr>
              <a:t>Predictive modelling methods and Tools used</a:t>
            </a:r>
            <a:endParaRPr lang="en-US" altLang="ko-KR" b="0" kern="100" dirty="0">
              <a:ea typeface="맑은 고딕" pitchFamily="50" charset="-127"/>
              <a:cs typeface="Arial" panose="020B0604020202020204" pitchFamily="34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95A0C30-96A1-4456-90AE-08E91CF9467C}"/>
              </a:ext>
            </a:extLst>
          </p:cNvPr>
          <p:cNvGrpSpPr/>
          <p:nvPr/>
        </p:nvGrpSpPr>
        <p:grpSpPr>
          <a:xfrm>
            <a:off x="6417126" y="1537654"/>
            <a:ext cx="3099224" cy="334689"/>
            <a:chOff x="677524" y="1313765"/>
            <a:chExt cx="8100901" cy="284213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DA8B78AC-52D9-4F7A-92D1-EB6B165796B2}"/>
                </a:ext>
              </a:extLst>
            </p:cNvPr>
            <p:cNvCxnSpPr/>
            <p:nvPr/>
          </p:nvCxnSpPr>
          <p:spPr bwMode="gray">
            <a:xfrm>
              <a:off x="677524" y="1597978"/>
              <a:ext cx="8100901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내용 개체 틀 2">
              <a:extLst>
                <a:ext uri="{FF2B5EF4-FFF2-40B4-BE49-F238E27FC236}">
                  <a16:creationId xmlns:a16="http://schemas.microsoft.com/office/drawing/2014/main" id="{15FFF0DC-CB91-4A31-BC00-2B461DC862C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02555" y="1313765"/>
              <a:ext cx="8075870" cy="21605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180000" rtl="0" eaLnBrk="1" fontAlgn="base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SzPct val="120000"/>
                <a:tabLst>
                  <a:tab pos="180000" algn="l"/>
                </a:tabLst>
                <a:defRPr kumimoji="1" lang="ko-KR" altLang="en-US" sz="1400" baseline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2000" indent="-163513" algn="l" defTabSz="1023938" rtl="0" eaLnBrk="1" fontAlgn="base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49200" indent="-171450" algn="l" defTabSz="1023938" rtl="0" eaLnBrk="1" fontAlgn="base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565200" indent="-198000" algn="l" defTabSz="1023938" rtl="0" eaLnBrk="1" fontAlgn="base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SzPct val="89000"/>
                <a:buFont typeface="+mj-lt"/>
                <a:buAutoNum type="arabicParenR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792000" indent="-223200" algn="l" defTabSz="1023938" rtl="0" eaLnBrk="1" fontAlgn="base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SzPct val="95000"/>
                <a:buFont typeface="+mj-ea"/>
                <a:buAutoNum type="circleNumDbPlain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1" indent="0" algn="ctr" defTabSz="180000" latinLnBrk="0">
                <a:buNone/>
                <a:tabLst>
                  <a:tab pos="180000" algn="l"/>
                </a:tabLst>
              </a:pPr>
              <a:r>
                <a:rPr lang="en-GB" altLang="ko-KR" sz="17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Predictive Modelling</a:t>
              </a:r>
              <a:endParaRPr lang="en-US" altLang="ko-KR" sz="1700" b="0" kern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E72DF20-FC63-4EC4-8EC0-8656D583739F}"/>
              </a:ext>
            </a:extLst>
          </p:cNvPr>
          <p:cNvSpPr/>
          <p:nvPr/>
        </p:nvSpPr>
        <p:spPr bwMode="blackWhite">
          <a:xfrm>
            <a:off x="327707" y="1487959"/>
            <a:ext cx="5549443" cy="430612"/>
          </a:xfrm>
          <a:prstGeom prst="rect">
            <a:avLst/>
          </a:prstGeom>
          <a:solidFill>
            <a:schemeClr val="tx2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700" b="0" dirty="0">
                <a:solidFill>
                  <a:schemeClr val="bg1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Preparation for Modelling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ECDC48D-984C-45CA-A6B7-0AC83FE71EE1}"/>
              </a:ext>
            </a:extLst>
          </p:cNvPr>
          <p:cNvGrpSpPr/>
          <p:nvPr/>
        </p:nvGrpSpPr>
        <p:grpSpPr>
          <a:xfrm>
            <a:off x="355843" y="4581748"/>
            <a:ext cx="5669344" cy="1692192"/>
            <a:chOff x="355843" y="4581748"/>
            <a:chExt cx="5669344" cy="1692192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856E17B-98E1-4A74-AF1F-1D9C3D45A33C}"/>
                </a:ext>
              </a:extLst>
            </p:cNvPr>
            <p:cNvSpPr/>
            <p:nvPr/>
          </p:nvSpPr>
          <p:spPr bwMode="blackWhite">
            <a:xfrm>
              <a:off x="355843" y="4682359"/>
              <a:ext cx="1043893" cy="15915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700" b="0" dirty="0">
                  <a:solidFill>
                    <a:schemeClr val="tx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Partition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700" b="0" dirty="0">
                  <a:solidFill>
                    <a:schemeClr val="tx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46" name="내용 개체 틀 2">
              <a:extLst>
                <a:ext uri="{FF2B5EF4-FFF2-40B4-BE49-F238E27FC236}">
                  <a16:creationId xmlns:a16="http://schemas.microsoft.com/office/drawing/2014/main" id="{8DDD8BF8-1900-4E99-BA08-1EF3F5FF3DD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581630" y="5547813"/>
              <a:ext cx="4164832" cy="5801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77800" lvl="1" indent="-176213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same time period with test.csv</a:t>
              </a:r>
            </a:p>
            <a:p>
              <a:pPr marL="177800" lvl="1" indent="-176213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being considered of weekly pattern, etc.</a:t>
              </a: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2B53E1E8-F03F-4BA5-82AE-27CAEA8F69C1}"/>
                </a:ext>
              </a:extLst>
            </p:cNvPr>
            <p:cNvGrpSpPr/>
            <p:nvPr/>
          </p:nvGrpSpPr>
          <p:grpSpPr>
            <a:xfrm>
              <a:off x="1362916" y="4758201"/>
              <a:ext cx="4514234" cy="683531"/>
              <a:chOff x="1378783" y="5410858"/>
              <a:chExt cx="4514234" cy="683531"/>
            </a:xfrm>
          </p:grpSpPr>
          <p:sp>
            <p:nvSpPr>
              <p:cNvPr id="58" name="내용 개체 틀 2">
                <a:extLst>
                  <a:ext uri="{FF2B5EF4-FFF2-40B4-BE49-F238E27FC236}">
                    <a16:creationId xmlns:a16="http://schemas.microsoft.com/office/drawing/2014/main" id="{E62BBA85-6B91-4ABD-895F-12799AA9692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254843" y="5930433"/>
                <a:ext cx="638174" cy="1639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defRPr kumimoji="1" sz="1400" b="1" u="sng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165100" indent="-16351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338138" indent="-171450" algn="l" defTabSz="1023938" rtl="0" fontAlgn="base">
                  <a:spcBef>
                    <a:spcPct val="0"/>
                  </a:spcBef>
                  <a:spcAft>
                    <a:spcPct val="0"/>
                  </a:spcAft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493713" indent="-153988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89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6651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11223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5795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20367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4939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1587" lvl="1" indent="0" algn="ctr" defTabSz="180000" latinLnBrk="0">
                  <a:lnSpc>
                    <a:spcPct val="110000"/>
                  </a:lnSpc>
                  <a:spcBef>
                    <a:spcPts val="300"/>
                  </a:spcBef>
                  <a:buNone/>
                  <a:tabLst>
                    <a:tab pos="180000" algn="l"/>
                  </a:tabLst>
                </a:pPr>
                <a:r>
                  <a:rPr lang="en-US" altLang="ko-KR" sz="1050" b="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17/09/15</a:t>
                </a:r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C2D8E791-B743-4E17-A963-504D0A3A07B4}"/>
                  </a:ext>
                </a:extLst>
              </p:cNvPr>
              <p:cNvSpPr/>
              <p:nvPr/>
            </p:nvSpPr>
            <p:spPr bwMode="blackWhite">
              <a:xfrm>
                <a:off x="3493790" y="5713743"/>
                <a:ext cx="1053495" cy="139300"/>
              </a:xfrm>
              <a:prstGeom prst="rect">
                <a:avLst/>
              </a:prstGeom>
              <a:solidFill>
                <a:schemeClr val="accent3">
                  <a:alpha val="57000"/>
                </a:schemeClr>
              </a:solidFill>
              <a:ln w="6350" algn="ctr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0" tIns="36000" rIns="0" rtlCol="0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sz="1200" b="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42E385FE-7FB9-491A-9D1E-A2EBC66E8DA3}"/>
                  </a:ext>
                </a:extLst>
              </p:cNvPr>
              <p:cNvCxnSpPr/>
              <p:nvPr/>
            </p:nvCxnSpPr>
            <p:spPr bwMode="auto">
              <a:xfrm>
                <a:off x="1713989" y="5791658"/>
                <a:ext cx="390531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A695AD03-A504-4131-8076-8FCF90F1F6BF}"/>
                  </a:ext>
                </a:extLst>
              </p:cNvPr>
              <p:cNvSpPr/>
              <p:nvPr/>
            </p:nvSpPr>
            <p:spPr bwMode="blackWhite">
              <a:xfrm>
                <a:off x="5527717" y="5713743"/>
                <a:ext cx="162651" cy="152400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0" tIns="36000" rIns="0" rtlCol="0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sz="1200" b="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83534629-D254-4968-B86C-5A788B9F5C81}"/>
                  </a:ext>
                </a:extLst>
              </p:cNvPr>
              <p:cNvSpPr/>
              <p:nvPr/>
            </p:nvSpPr>
            <p:spPr bwMode="blackWhite">
              <a:xfrm>
                <a:off x="4479287" y="5713743"/>
                <a:ext cx="162651" cy="152400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0" tIns="36000" rIns="0" rtlCol="0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sz="1200" b="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1ED4126-AC17-46A9-BEAE-9A36CC763FCF}"/>
                  </a:ext>
                </a:extLst>
              </p:cNvPr>
              <p:cNvSpPr/>
              <p:nvPr/>
            </p:nvSpPr>
            <p:spPr bwMode="blackWhite">
              <a:xfrm>
                <a:off x="3387876" y="5713743"/>
                <a:ext cx="162651" cy="152400"/>
              </a:xfrm>
              <a:prstGeom prst="ellipse">
                <a:avLst/>
              </a:prstGeom>
              <a:solidFill>
                <a:schemeClr val="accent3"/>
              </a:solidFill>
              <a:ln w="1905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0" tIns="36000" rIns="0" rtlCol="0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sz="1200" b="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5" name="내용 개체 틀 2">
                <a:extLst>
                  <a:ext uri="{FF2B5EF4-FFF2-40B4-BE49-F238E27FC236}">
                    <a16:creationId xmlns:a16="http://schemas.microsoft.com/office/drawing/2014/main" id="{14F46571-FD83-4780-BE86-DBFC553A8C3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78783" y="5930433"/>
                <a:ext cx="1140327" cy="1639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defRPr kumimoji="1" sz="1400" b="1" u="sng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165100" indent="-16351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338138" indent="-171450" algn="l" defTabSz="1023938" rtl="0" fontAlgn="base">
                  <a:spcBef>
                    <a:spcPct val="0"/>
                  </a:spcBef>
                  <a:spcAft>
                    <a:spcPct val="0"/>
                  </a:spcAft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493713" indent="-153988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89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6651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11223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5795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20367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4939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1587" lvl="1" indent="0" algn="ctr" defTabSz="180000" latinLnBrk="0">
                  <a:lnSpc>
                    <a:spcPct val="110000"/>
                  </a:lnSpc>
                  <a:spcBef>
                    <a:spcPts val="300"/>
                  </a:spcBef>
                  <a:buNone/>
                  <a:tabLst>
                    <a:tab pos="180000" algn="l"/>
                  </a:tabLst>
                </a:pPr>
                <a:r>
                  <a:rPr lang="en-US" altLang="ko-KR" sz="1050" b="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01/01/13</a:t>
                </a:r>
              </a:p>
            </p:txBody>
          </p:sp>
          <p:sp>
            <p:nvSpPr>
              <p:cNvPr id="56" name="내용 개체 틀 2">
                <a:extLst>
                  <a:ext uri="{FF2B5EF4-FFF2-40B4-BE49-F238E27FC236}">
                    <a16:creationId xmlns:a16="http://schemas.microsoft.com/office/drawing/2014/main" id="{828760E3-A438-492E-9A35-3D50D308EC1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923673" y="5930433"/>
                <a:ext cx="1140327" cy="1639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defRPr kumimoji="1" sz="1400" b="1" u="sng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165100" indent="-16351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338138" indent="-171450" algn="l" defTabSz="1023938" rtl="0" fontAlgn="base">
                  <a:spcBef>
                    <a:spcPct val="0"/>
                  </a:spcBef>
                  <a:spcAft>
                    <a:spcPct val="0"/>
                  </a:spcAft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493713" indent="-153988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89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6651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11223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5795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20367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4939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1587" lvl="1" indent="0" algn="ctr" defTabSz="180000" latinLnBrk="0">
                  <a:lnSpc>
                    <a:spcPct val="110000"/>
                  </a:lnSpc>
                  <a:spcBef>
                    <a:spcPts val="300"/>
                  </a:spcBef>
                  <a:buNone/>
                  <a:tabLst>
                    <a:tab pos="180000" algn="l"/>
                  </a:tabLst>
                </a:pPr>
                <a:r>
                  <a:rPr lang="en-US" altLang="ko-KR" sz="1050" b="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20/06/15</a:t>
                </a:r>
              </a:p>
            </p:txBody>
          </p:sp>
          <p:sp>
            <p:nvSpPr>
              <p:cNvPr id="57" name="내용 개체 틀 2">
                <a:extLst>
                  <a:ext uri="{FF2B5EF4-FFF2-40B4-BE49-F238E27FC236}">
                    <a16:creationId xmlns:a16="http://schemas.microsoft.com/office/drawing/2014/main" id="{AE5DF63A-0E4D-49F2-AB5D-1056004FEBF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038534" y="5930433"/>
                <a:ext cx="1140327" cy="1639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defRPr kumimoji="1" sz="1400" b="1" u="sng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165100" indent="-16351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338138" indent="-171450" algn="l" defTabSz="1023938" rtl="0" fontAlgn="base">
                  <a:spcBef>
                    <a:spcPct val="0"/>
                  </a:spcBef>
                  <a:spcAft>
                    <a:spcPct val="0"/>
                  </a:spcAft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493713" indent="-153988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89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6651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11223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5795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20367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4939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1587" lvl="1" indent="0" algn="ctr" defTabSz="180000" latinLnBrk="0">
                  <a:lnSpc>
                    <a:spcPct val="110000"/>
                  </a:lnSpc>
                  <a:spcBef>
                    <a:spcPts val="300"/>
                  </a:spcBef>
                  <a:buNone/>
                  <a:tabLst>
                    <a:tab pos="180000" algn="l"/>
                  </a:tabLst>
                </a:pPr>
                <a:r>
                  <a:rPr lang="en-US" altLang="ko-KR" sz="1050" b="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01/08/15</a:t>
                </a:r>
              </a:p>
            </p:txBody>
          </p: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B9D8CD4D-0196-4C23-A53F-EF224141C12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713989" y="5455418"/>
                <a:ext cx="0" cy="27432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4A5FF1FB-601A-40B6-B8A4-5D5E6666FE1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4565180" y="5455418"/>
                <a:ext cx="0" cy="27432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77DC0BEA-521A-4FB7-96AA-3D52F443AF8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5611171" y="5455418"/>
                <a:ext cx="0" cy="27432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3B452FF6-6C5C-4D17-ADA0-BD269E5235D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13989" y="5522161"/>
                <a:ext cx="2870241" cy="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arrow" w="med" len="med"/>
                <a:tailEnd type="arrow" w="med" len="med"/>
              </a:ln>
              <a:effectLst/>
            </p:spPr>
          </p:cxnSp>
          <p:sp>
            <p:nvSpPr>
              <p:cNvPr id="52" name="내용 개체 틀 2">
                <a:extLst>
                  <a:ext uri="{FF2B5EF4-FFF2-40B4-BE49-F238E27FC236}">
                    <a16:creationId xmlns:a16="http://schemas.microsoft.com/office/drawing/2014/main" id="{F39409C2-9BAE-44AA-81C0-97DB3198EE1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717070" y="5410858"/>
                <a:ext cx="670799" cy="1874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defRPr kumimoji="1" sz="1400" b="1" u="sng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165100" indent="-16351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338138" indent="-171450" algn="l" defTabSz="1023938" rtl="0" fontAlgn="base">
                  <a:spcBef>
                    <a:spcPct val="0"/>
                  </a:spcBef>
                  <a:spcAft>
                    <a:spcPct val="0"/>
                  </a:spcAft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493713" indent="-153988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89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6651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11223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5795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20367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4939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1587" lvl="1" indent="0" algn="ctr" defTabSz="180000" latinLnBrk="0">
                  <a:lnSpc>
                    <a:spcPct val="110000"/>
                  </a:lnSpc>
                  <a:spcBef>
                    <a:spcPts val="300"/>
                  </a:spcBef>
                  <a:buNone/>
                  <a:tabLst>
                    <a:tab pos="180000" algn="l"/>
                  </a:tabLst>
                </a:pPr>
                <a:r>
                  <a:rPr lang="en-US" altLang="ko-KR" sz="1200" b="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train.csv</a:t>
                </a:r>
              </a:p>
            </p:txBody>
          </p: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2FC7CDB9-0CA1-4C33-B77A-EF5DC68C268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558829" y="5522161"/>
                <a:ext cx="1051560" cy="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arrow" w="med" len="med"/>
                <a:tailEnd type="arrow" w="med" len="med"/>
              </a:ln>
              <a:effectLst/>
            </p:spPr>
          </p:cxnSp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EE27909C-C4FC-4F08-84D5-7ABBDE659FC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788590" y="5410858"/>
                <a:ext cx="577237" cy="1874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defRPr kumimoji="1" sz="1400" b="1" u="sng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165100" indent="-16351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338138" indent="-171450" algn="l" defTabSz="1023938" rtl="0" fontAlgn="base">
                  <a:spcBef>
                    <a:spcPct val="0"/>
                  </a:spcBef>
                  <a:spcAft>
                    <a:spcPct val="0"/>
                  </a:spcAft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493713" indent="-153988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89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6651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11223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5795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20367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4939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1587" lvl="1" indent="0" algn="ctr" defTabSz="180000" latinLnBrk="0">
                  <a:lnSpc>
                    <a:spcPct val="110000"/>
                  </a:lnSpc>
                  <a:spcBef>
                    <a:spcPts val="300"/>
                  </a:spcBef>
                  <a:buNone/>
                  <a:tabLst>
                    <a:tab pos="180000" algn="l"/>
                  </a:tabLst>
                </a:pPr>
                <a:r>
                  <a:rPr lang="en-US" altLang="ko-KR" sz="1200" b="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test.csv</a:t>
                </a:r>
              </a:p>
            </p:txBody>
          </p:sp>
          <p:sp>
            <p:nvSpPr>
              <p:cNvPr id="74" name="내용 개체 틀 2">
                <a:extLst>
                  <a:ext uri="{FF2B5EF4-FFF2-40B4-BE49-F238E27FC236}">
                    <a16:creationId xmlns:a16="http://schemas.microsoft.com/office/drawing/2014/main" id="{7F262568-0E4F-4C17-AFCB-8D1211ACD33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77600" y="5587377"/>
                <a:ext cx="819306" cy="1874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defRPr kumimoji="1" sz="1400" b="1" u="sng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165100" indent="-16351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338138" indent="-171450" algn="l" defTabSz="1023938" rtl="0" fontAlgn="base">
                  <a:spcBef>
                    <a:spcPct val="0"/>
                  </a:spcBef>
                  <a:spcAft>
                    <a:spcPct val="0"/>
                  </a:spcAft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493713" indent="-153988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89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6651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11223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5795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20367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4939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1587" lvl="1" indent="0" algn="ctr" defTabSz="180000" latinLnBrk="0">
                  <a:lnSpc>
                    <a:spcPct val="110000"/>
                  </a:lnSpc>
                  <a:spcBef>
                    <a:spcPts val="300"/>
                  </a:spcBef>
                  <a:buNone/>
                  <a:tabLst>
                    <a:tab pos="180000" algn="l"/>
                  </a:tabLst>
                </a:pPr>
                <a:r>
                  <a:rPr lang="en-US" altLang="ko-KR" sz="1200" b="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validation</a:t>
                </a: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BEF2BCAA-C76C-4040-B9FC-6814CEDF2127}"/>
                  </a:ext>
                </a:extLst>
              </p:cNvPr>
              <p:cNvSpPr/>
              <p:nvPr/>
            </p:nvSpPr>
            <p:spPr bwMode="blackWhite">
              <a:xfrm>
                <a:off x="1640796" y="5713743"/>
                <a:ext cx="162651" cy="152400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0" tIns="36000" rIns="0" rtlCol="0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sz="1200" b="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내용 개체 틀 2">
                <a:extLst>
                  <a:ext uri="{FF2B5EF4-FFF2-40B4-BE49-F238E27FC236}">
                    <a16:creationId xmlns:a16="http://schemas.microsoft.com/office/drawing/2014/main" id="{0B3C5F17-367F-41B1-84DF-FDCD3E68534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20443" y="5587377"/>
                <a:ext cx="819306" cy="1874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defRPr kumimoji="1" sz="1400" b="1" u="sng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165100" indent="-16351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120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338138" indent="-171450" algn="l" defTabSz="1023938" rtl="0" fontAlgn="base">
                  <a:spcBef>
                    <a:spcPct val="0"/>
                  </a:spcBef>
                  <a:spcAft>
                    <a:spcPct val="0"/>
                  </a:spcAft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493713" indent="-153988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89000"/>
                  <a:buChar char="•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6651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11223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5795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20367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493963" indent="-169863" algn="l" defTabSz="1023938" rtl="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kumimoji="1" sz="1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1587" lvl="1" indent="0" algn="ctr" defTabSz="180000" latinLnBrk="0">
                  <a:lnSpc>
                    <a:spcPct val="110000"/>
                  </a:lnSpc>
                  <a:spcBef>
                    <a:spcPts val="300"/>
                  </a:spcBef>
                  <a:buNone/>
                  <a:tabLst>
                    <a:tab pos="180000" algn="l"/>
                  </a:tabLst>
                </a:pPr>
                <a:r>
                  <a:rPr lang="en-US" altLang="ko-KR" sz="1200" b="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training</a:t>
                </a:r>
              </a:p>
            </p:txBody>
          </p:sp>
        </p:grp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1BC5EDA6-77F8-4D92-AE4F-643F4C498A9C}"/>
                </a:ext>
              </a:extLst>
            </p:cNvPr>
            <p:cNvCxnSpPr/>
            <p:nvPr/>
          </p:nvCxnSpPr>
          <p:spPr bwMode="auto">
            <a:xfrm>
              <a:off x="1519637" y="4581748"/>
              <a:ext cx="4505550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D159B0A-7AA1-4EBC-B08E-65347369DD39}"/>
              </a:ext>
            </a:extLst>
          </p:cNvPr>
          <p:cNvGrpSpPr/>
          <p:nvPr/>
        </p:nvGrpSpPr>
        <p:grpSpPr>
          <a:xfrm>
            <a:off x="355843" y="2057345"/>
            <a:ext cx="5800023" cy="2409254"/>
            <a:chOff x="355843" y="2057345"/>
            <a:chExt cx="5800023" cy="2409254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E2D8D5B-7719-4793-ADF6-C4D44DD13C7C}"/>
                </a:ext>
              </a:extLst>
            </p:cNvPr>
            <p:cNvSpPr/>
            <p:nvPr/>
          </p:nvSpPr>
          <p:spPr bwMode="blackWhite">
            <a:xfrm>
              <a:off x="355843" y="2057345"/>
              <a:ext cx="1043893" cy="2409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700" b="0" dirty="0">
                  <a:solidFill>
                    <a:schemeClr val="tx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Explore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700" b="0" dirty="0">
                  <a:solidFill>
                    <a:schemeClr val="tx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Input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700" b="0" dirty="0">
                  <a:solidFill>
                    <a:schemeClr val="tx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Variables</a:t>
              </a:r>
            </a:p>
          </p:txBody>
        </p:sp>
        <p:sp>
          <p:nvSpPr>
            <p:cNvPr id="80" name="내용 개체 틀 2">
              <a:extLst>
                <a:ext uri="{FF2B5EF4-FFF2-40B4-BE49-F238E27FC236}">
                  <a16:creationId xmlns:a16="http://schemas.microsoft.com/office/drawing/2014/main" id="{724B96CB-0F43-48AF-95C4-8A5BC72E01C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581630" y="2095962"/>
              <a:ext cx="4164832" cy="2498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GB" altLang="ko-KR" sz="1600" b="0" i="1" kern="100" dirty="0">
                  <a:latin typeface="Arial" panose="020B0604020202020204" pitchFamily="34" charset="0"/>
                  <a:cs typeface="Arial" panose="020B0604020202020204" pitchFamily="34" charset="0"/>
                </a:rPr>
                <a:t>Working on each cluster, separately…</a:t>
              </a:r>
            </a:p>
          </p:txBody>
        </p:sp>
        <p:sp>
          <p:nvSpPr>
            <p:cNvPr id="81" name="내용 개체 틀 2">
              <a:extLst>
                <a:ext uri="{FF2B5EF4-FFF2-40B4-BE49-F238E27FC236}">
                  <a16:creationId xmlns:a16="http://schemas.microsoft.com/office/drawing/2014/main" id="{03DCE558-3D71-48D9-91D9-F661A1E98BE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581630" y="2577662"/>
              <a:ext cx="4574236" cy="181742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77800" lvl="1" indent="-176213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kern="100" dirty="0">
                  <a:latin typeface="Arial" panose="020B0604020202020204" pitchFamily="34" charset="0"/>
                  <a:cs typeface="Arial" panose="020B0604020202020204" pitchFamily="34" charset="0"/>
                </a:rPr>
                <a:t>Data type of input variable</a:t>
              </a:r>
            </a:p>
            <a:p>
              <a:pPr marL="350838" lvl="2" indent="-176213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Nominal, Binary, Interval, …</a:t>
              </a:r>
            </a:p>
            <a:p>
              <a:pPr marL="177800" lvl="1" indent="-176213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ANOVA, Box Plot, Correlation Analysis</a:t>
              </a:r>
            </a:p>
            <a:p>
              <a:pPr marL="177800" lvl="1" indent="-176213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kern="100" dirty="0">
                  <a:latin typeface="Arial" panose="020B0604020202020204" pitchFamily="34" charset="0"/>
                  <a:cs typeface="Arial" panose="020B0604020202020204" pitchFamily="34" charset="0"/>
                </a:rPr>
                <a:t>Time series </a:t>
              </a:r>
            </a:p>
            <a:p>
              <a:pPr marL="350838" lvl="2" indent="-176213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Historical sales data (seasonal patterns)</a:t>
              </a:r>
            </a:p>
            <a:p>
              <a:pPr marL="350838" lvl="2" indent="-176213" defTabSz="180000" latinLnBrk="0">
                <a:lnSpc>
                  <a:spcPct val="110000"/>
                </a:lnSpc>
                <a:spcBef>
                  <a:spcPts val="300"/>
                </a:spcBef>
                <a:tabLst>
                  <a:tab pos="180000" algn="l"/>
                </a:tabLst>
              </a:pPr>
              <a:r>
                <a:rPr lang="en-GB" altLang="ko-KR" sz="16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Added input variables (to capture seasonal…) </a:t>
              </a:r>
            </a:p>
          </p:txBody>
        </p:sp>
      </p:grpSp>
      <p:sp>
        <p:nvSpPr>
          <p:cNvPr id="85" name="내용 개체 틀 2">
            <a:extLst>
              <a:ext uri="{FF2B5EF4-FFF2-40B4-BE49-F238E27FC236}">
                <a16:creationId xmlns:a16="http://schemas.microsoft.com/office/drawing/2014/main" id="{1FDAADAC-745E-4936-ADF2-81543B662A35}"/>
              </a:ext>
            </a:extLst>
          </p:cNvPr>
          <p:cNvSpPr txBox="1">
            <a:spLocks/>
          </p:cNvSpPr>
          <p:nvPr/>
        </p:nvSpPr>
        <p:spPr bwMode="auto">
          <a:xfrm>
            <a:off x="6504921" y="2103591"/>
            <a:ext cx="3011429" cy="11987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77800" lvl="1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</a:t>
            </a:r>
          </a:p>
          <a:p>
            <a:pPr marL="177800" lvl="1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Neural networks</a:t>
            </a:r>
          </a:p>
          <a:p>
            <a:pPr marL="177800" lvl="1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Multiple linear regression</a:t>
            </a:r>
          </a:p>
          <a:p>
            <a:pPr marL="177800" lvl="1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Advanced predictive models…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BBD99DF-233A-45E2-A45F-C1F722E7B044}"/>
              </a:ext>
            </a:extLst>
          </p:cNvPr>
          <p:cNvGrpSpPr/>
          <p:nvPr/>
        </p:nvGrpSpPr>
        <p:grpSpPr>
          <a:xfrm>
            <a:off x="6173107" y="3883942"/>
            <a:ext cx="3567283" cy="2316642"/>
            <a:chOff x="6173107" y="3883942"/>
            <a:chExt cx="3567283" cy="2316642"/>
          </a:xfrm>
        </p:grpSpPr>
        <p:sp>
          <p:nvSpPr>
            <p:cNvPr id="87" name="AutoShape 219">
              <a:extLst>
                <a:ext uri="{FF2B5EF4-FFF2-40B4-BE49-F238E27FC236}">
                  <a16:creationId xmlns:a16="http://schemas.microsoft.com/office/drawing/2014/main" id="{17AD8948-B712-4A7C-8EDD-F065C652B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772" y="3883942"/>
              <a:ext cx="2555725" cy="256699"/>
            </a:xfrm>
            <a:prstGeom prst="downArrow">
              <a:avLst>
                <a:gd name="adj1" fmla="val 68398"/>
                <a:gd name="adj2" fmla="val 10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lIns="0" tIns="0" rIns="0" bIns="0" anchor="ctr"/>
            <a:lstStyle/>
            <a:p>
              <a:pPr algn="ctr">
                <a:lnSpc>
                  <a:spcPct val="110000"/>
                </a:lnSpc>
                <a:spcBef>
                  <a:spcPts val="300"/>
                </a:spcBef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8" name="내용 개체 틀 2">
              <a:extLst>
                <a:ext uri="{FF2B5EF4-FFF2-40B4-BE49-F238E27FC236}">
                  <a16:creationId xmlns:a16="http://schemas.microsoft.com/office/drawing/2014/main" id="{B7CD7055-4520-4764-BBE0-11D4D55488F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504921" y="4419600"/>
              <a:ext cx="3011429" cy="2498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GB" altLang="ko-KR" sz="1600" kern="100" dirty="0">
                  <a:latin typeface="Arial" panose="020B0604020202020204" pitchFamily="34" charset="0"/>
                  <a:cs typeface="Arial" panose="020B0604020202020204" pitchFamily="34" charset="0"/>
                </a:rPr>
                <a:t>Iterative prediction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4DF45A6C-EDFB-4F37-B57C-F6575C78B3C7}"/>
                </a:ext>
              </a:extLst>
            </p:cNvPr>
            <p:cNvSpPr/>
            <p:nvPr/>
          </p:nvSpPr>
          <p:spPr bwMode="blackWhite">
            <a:xfrm>
              <a:off x="6582569" y="5250348"/>
              <a:ext cx="731520" cy="139300"/>
            </a:xfrm>
            <a:prstGeom prst="rect">
              <a:avLst/>
            </a:prstGeom>
            <a:solidFill>
              <a:schemeClr val="accent3">
                <a:alpha val="57000"/>
              </a:schemeClr>
            </a:solidFill>
            <a:ln w="635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6" name="내용 개체 틀 2">
              <a:extLst>
                <a:ext uri="{FF2B5EF4-FFF2-40B4-BE49-F238E27FC236}">
                  <a16:creationId xmlns:a16="http://schemas.microsoft.com/office/drawing/2014/main" id="{385AB996-6F50-46F2-8E7B-6117174EE70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173107" y="5477742"/>
              <a:ext cx="796724" cy="1639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US" altLang="ko-KR" sz="105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01/08/15</a:t>
              </a:r>
            </a:p>
          </p:txBody>
        </p:sp>
        <p:sp>
          <p:nvSpPr>
            <p:cNvPr id="97" name="내용 개체 틀 2">
              <a:extLst>
                <a:ext uri="{FF2B5EF4-FFF2-40B4-BE49-F238E27FC236}">
                  <a16:creationId xmlns:a16="http://schemas.microsoft.com/office/drawing/2014/main" id="{103E3967-F4DA-47B2-A73B-40860D07F0E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988434" y="5477742"/>
              <a:ext cx="751956" cy="1639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US" altLang="ko-KR" sz="105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17/09/15</a:t>
              </a:r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26B53B20-514B-47A7-965C-984C459822F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559112" y="4997560"/>
              <a:ext cx="0" cy="27432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5E218CD9-3212-4BAB-99E9-D7DE543EEB65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429353" y="4997560"/>
              <a:ext cx="0" cy="27432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19B7402E-A6AA-4140-8E2F-1629EC2B87A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59112" y="5064303"/>
              <a:ext cx="2870241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sp>
          <p:nvSpPr>
            <p:cNvPr id="103" name="내용 개체 틀 2">
              <a:extLst>
                <a:ext uri="{FF2B5EF4-FFF2-40B4-BE49-F238E27FC236}">
                  <a16:creationId xmlns:a16="http://schemas.microsoft.com/office/drawing/2014/main" id="{B2B10DB0-FF1F-4785-852B-6B2817917B4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590768" y="4953000"/>
              <a:ext cx="670799" cy="187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US" altLang="ko-KR" sz="12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train.csv</a:t>
              </a: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D89AB79B-055A-4276-9798-4D3DE4497399}"/>
                </a:ext>
              </a:extLst>
            </p:cNvPr>
            <p:cNvSpPr/>
            <p:nvPr/>
          </p:nvSpPr>
          <p:spPr bwMode="blackWhite">
            <a:xfrm>
              <a:off x="7279471" y="5250348"/>
              <a:ext cx="731520" cy="139300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57000"/>
              </a:schemeClr>
            </a:solidFill>
            <a:ln w="635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9242CE51-5043-499E-BFD4-3D3FB8C3B79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578162" y="5325828"/>
              <a:ext cx="2808211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C5648D8F-697E-4926-95D2-C4EE1DF758E7}"/>
                </a:ext>
              </a:extLst>
            </p:cNvPr>
            <p:cNvSpPr/>
            <p:nvPr/>
          </p:nvSpPr>
          <p:spPr bwMode="blackWhite">
            <a:xfrm>
              <a:off x="7184182" y="5255885"/>
              <a:ext cx="162651" cy="152400"/>
            </a:xfrm>
            <a:prstGeom prst="ellipse">
              <a:avLst/>
            </a:prstGeom>
            <a:solidFill>
              <a:schemeClr val="accent3"/>
            </a:solidFill>
            <a:ln w="190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441BB369-C25C-4637-B234-0AC10EA56A74}"/>
                </a:ext>
              </a:extLst>
            </p:cNvPr>
            <p:cNvSpPr/>
            <p:nvPr/>
          </p:nvSpPr>
          <p:spPr bwMode="blackWhite">
            <a:xfrm>
              <a:off x="7965655" y="5255885"/>
              <a:ext cx="162651" cy="1524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490E9622-2C59-400E-8FB5-5A87571CE5DB}"/>
                </a:ext>
              </a:extLst>
            </p:cNvPr>
            <p:cNvSpPr/>
            <p:nvPr/>
          </p:nvSpPr>
          <p:spPr bwMode="blackWhite">
            <a:xfrm>
              <a:off x="6485919" y="5255885"/>
              <a:ext cx="162651" cy="152400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3" name="연결선: 꺾임 112">
              <a:extLst>
                <a:ext uri="{FF2B5EF4-FFF2-40B4-BE49-F238E27FC236}">
                  <a16:creationId xmlns:a16="http://schemas.microsoft.com/office/drawing/2014/main" id="{BF588663-0FB5-40CE-AC3B-963AC089C6BE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7159149" y="5178828"/>
              <a:ext cx="12700" cy="548640"/>
            </a:xfrm>
            <a:prstGeom prst="bentConnector3">
              <a:avLst>
                <a:gd name="adj1" fmla="val 1800000"/>
              </a:avLst>
            </a:prstGeom>
            <a:solidFill>
              <a:schemeClr val="bg1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5" name="연결선: 꺾임 114">
              <a:extLst>
                <a:ext uri="{FF2B5EF4-FFF2-40B4-BE49-F238E27FC236}">
                  <a16:creationId xmlns:a16="http://schemas.microsoft.com/office/drawing/2014/main" id="{919103BC-1535-4DF6-9B4C-27D1880F3F76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8052589" y="5178828"/>
              <a:ext cx="12700" cy="548640"/>
            </a:xfrm>
            <a:prstGeom prst="bentConnector3">
              <a:avLst>
                <a:gd name="adj1" fmla="val 1800000"/>
              </a:avLst>
            </a:prstGeom>
            <a:solidFill>
              <a:schemeClr val="bg1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6" name="내용 개체 틀 2">
              <a:extLst>
                <a:ext uri="{FF2B5EF4-FFF2-40B4-BE49-F238E27FC236}">
                  <a16:creationId xmlns:a16="http://schemas.microsoft.com/office/drawing/2014/main" id="{C460AB5B-FE17-4846-8CB8-4D3BA9F2623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67700" y="5372312"/>
              <a:ext cx="654607" cy="2185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US" altLang="ko-KR" kern="1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7" name="내용 개체 틀 2">
              <a:extLst>
                <a:ext uri="{FF2B5EF4-FFF2-40B4-BE49-F238E27FC236}">
                  <a16:creationId xmlns:a16="http://schemas.microsoft.com/office/drawing/2014/main" id="{853287D5-C44E-491D-A86D-C3D3BB873E6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605772" y="5726608"/>
              <a:ext cx="1191763" cy="4739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GB" altLang="ko-KR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14 or 7 days, </a:t>
              </a:r>
              <a:r>
                <a:rPr lang="en-GB" altLang="ko-KR" b="0" kern="100" dirty="0" err="1"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endParaRPr lang="en-GB" altLang="ko-KR" b="0" kern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EF4A55E5-4857-484C-9AEC-33CC9E58498C}"/>
                </a:ext>
              </a:extLst>
            </p:cNvPr>
            <p:cNvSpPr/>
            <p:nvPr/>
          </p:nvSpPr>
          <p:spPr bwMode="blackWhite">
            <a:xfrm>
              <a:off x="9343503" y="5255885"/>
              <a:ext cx="162651" cy="152400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3" name="Google Shape;148;p17"/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67600" y="76200"/>
            <a:ext cx="2220295" cy="122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600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7B4CF41A-E390-4CE2-8732-B5361AD7CD62}"/>
              </a:ext>
            </a:extLst>
          </p:cNvPr>
          <p:cNvSpPr/>
          <p:nvPr/>
        </p:nvSpPr>
        <p:spPr bwMode="blackWhite">
          <a:xfrm>
            <a:off x="211472" y="6127426"/>
            <a:ext cx="5635168" cy="37184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8DB69731-D100-41C5-A224-8A834DA9046C}"/>
              </a:ext>
            </a:extLst>
          </p:cNvPr>
          <p:cNvSpPr/>
          <p:nvPr/>
        </p:nvSpPr>
        <p:spPr bwMode="blackWhite">
          <a:xfrm>
            <a:off x="211472" y="5458263"/>
            <a:ext cx="5635168" cy="63304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6B1798F-842E-42CA-9E4E-EE2AE49AC475}"/>
              </a:ext>
            </a:extLst>
          </p:cNvPr>
          <p:cNvSpPr/>
          <p:nvPr/>
        </p:nvSpPr>
        <p:spPr bwMode="blackWhite">
          <a:xfrm>
            <a:off x="211472" y="4473524"/>
            <a:ext cx="5635168" cy="92846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E85D700-F1B4-48F9-820E-4C65F6CEDFC7}"/>
              </a:ext>
            </a:extLst>
          </p:cNvPr>
          <p:cNvSpPr/>
          <p:nvPr/>
        </p:nvSpPr>
        <p:spPr bwMode="blackWhite">
          <a:xfrm>
            <a:off x="211472" y="2791264"/>
            <a:ext cx="5635168" cy="16227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내용 개체 틀 2">
            <a:extLst>
              <a:ext uri="{FF2B5EF4-FFF2-40B4-BE49-F238E27FC236}">
                <a16:creationId xmlns:a16="http://schemas.microsoft.com/office/drawing/2014/main" id="{EE0DD2ED-DE19-4CA9-8C9B-C0F368AD67ED}"/>
              </a:ext>
            </a:extLst>
          </p:cNvPr>
          <p:cNvSpPr txBox="1">
            <a:spLocks/>
          </p:cNvSpPr>
          <p:nvPr/>
        </p:nvSpPr>
        <p:spPr bwMode="auto">
          <a:xfrm>
            <a:off x="311420" y="2838701"/>
            <a:ext cx="1371600" cy="228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>
                <a:latin typeface="Arial" panose="020B0604020202020204" pitchFamily="34" charset="0"/>
                <a:cs typeface="Arial" panose="020B0604020202020204" pitchFamily="34" charset="0"/>
              </a:rPr>
              <a:t>Day of week</a:t>
            </a:r>
          </a:p>
        </p:txBody>
      </p:sp>
      <p:sp>
        <p:nvSpPr>
          <p:cNvPr id="40" name="내용 개체 틀 2">
            <a:extLst>
              <a:ext uri="{FF2B5EF4-FFF2-40B4-BE49-F238E27FC236}">
                <a16:creationId xmlns:a16="http://schemas.microsoft.com/office/drawing/2014/main" id="{99BA7826-3FE1-4F39-9629-26B2C3F9A7FA}"/>
              </a:ext>
            </a:extLst>
          </p:cNvPr>
          <p:cNvSpPr txBox="1">
            <a:spLocks/>
          </p:cNvSpPr>
          <p:nvPr/>
        </p:nvSpPr>
        <p:spPr bwMode="auto">
          <a:xfrm>
            <a:off x="311420" y="3158661"/>
            <a:ext cx="1371600" cy="228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FD9CF39B-67DE-48B8-8CFA-C9BEBDE3117D}"/>
              </a:ext>
            </a:extLst>
          </p:cNvPr>
          <p:cNvSpPr txBox="1">
            <a:spLocks/>
          </p:cNvSpPr>
          <p:nvPr/>
        </p:nvSpPr>
        <p:spPr bwMode="auto">
          <a:xfrm>
            <a:off x="311420" y="3478621"/>
            <a:ext cx="1371600" cy="228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>
                <a:latin typeface="Arial" panose="020B0604020202020204" pitchFamily="34" charset="0"/>
                <a:cs typeface="Arial" panose="020B0604020202020204" pitchFamily="34" charset="0"/>
              </a:rPr>
              <a:t>State holiday</a:t>
            </a:r>
          </a:p>
        </p:txBody>
      </p:sp>
      <p:sp>
        <p:nvSpPr>
          <p:cNvPr id="42" name="내용 개체 틀 2">
            <a:extLst>
              <a:ext uri="{FF2B5EF4-FFF2-40B4-BE49-F238E27FC236}">
                <a16:creationId xmlns:a16="http://schemas.microsoft.com/office/drawing/2014/main" id="{F3DCB0BA-88AC-474C-A05C-C85F9DC7B839}"/>
              </a:ext>
            </a:extLst>
          </p:cNvPr>
          <p:cNvSpPr txBox="1">
            <a:spLocks/>
          </p:cNvSpPr>
          <p:nvPr/>
        </p:nvSpPr>
        <p:spPr bwMode="auto">
          <a:xfrm>
            <a:off x="311420" y="3798581"/>
            <a:ext cx="1371600" cy="228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>
                <a:latin typeface="Arial" panose="020B0604020202020204" pitchFamily="34" charset="0"/>
                <a:cs typeface="Arial" panose="020B0604020202020204" pitchFamily="34" charset="0"/>
              </a:rPr>
              <a:t>Promo</a:t>
            </a:r>
          </a:p>
        </p:txBody>
      </p:sp>
      <p:sp>
        <p:nvSpPr>
          <p:cNvPr id="43" name="내용 개체 틀 2">
            <a:extLst>
              <a:ext uri="{FF2B5EF4-FFF2-40B4-BE49-F238E27FC236}">
                <a16:creationId xmlns:a16="http://schemas.microsoft.com/office/drawing/2014/main" id="{4B88AE1B-0112-4FFF-9E5B-8FB77961EA34}"/>
              </a:ext>
            </a:extLst>
          </p:cNvPr>
          <p:cNvSpPr txBox="1">
            <a:spLocks/>
          </p:cNvSpPr>
          <p:nvPr/>
        </p:nvSpPr>
        <p:spPr bwMode="auto">
          <a:xfrm>
            <a:off x="311420" y="4118541"/>
            <a:ext cx="1371600" cy="228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>
                <a:latin typeface="Arial" panose="020B0604020202020204" pitchFamily="34" charset="0"/>
                <a:cs typeface="Arial" panose="020B0604020202020204" pitchFamily="34" charset="0"/>
              </a:rPr>
              <a:t>School holiday</a:t>
            </a:r>
          </a:p>
        </p:txBody>
      </p: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A0F044AC-437A-4F5A-A752-77580D3B61F8}"/>
              </a:ext>
            </a:extLst>
          </p:cNvPr>
          <p:cNvSpPr txBox="1">
            <a:spLocks/>
          </p:cNvSpPr>
          <p:nvPr/>
        </p:nvSpPr>
        <p:spPr bwMode="auto">
          <a:xfrm>
            <a:off x="311420" y="4508840"/>
            <a:ext cx="1371600" cy="228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 err="1">
                <a:latin typeface="Arial" panose="020B0604020202020204" pitchFamily="34" charset="0"/>
                <a:cs typeface="Arial" panose="020B0604020202020204" pitchFamily="34" charset="0"/>
              </a:rPr>
              <a:t>Compet</a:t>
            </a:r>
            <a:r>
              <a:rPr lang="en-GB" altLang="ko-KR" sz="1350" b="0" kern="100" dirty="0">
                <a:latin typeface="Arial" panose="020B0604020202020204" pitchFamily="34" charset="0"/>
                <a:cs typeface="Arial" panose="020B0604020202020204" pitchFamily="34" charset="0"/>
              </a:rPr>
              <a:t>. distance</a:t>
            </a:r>
          </a:p>
        </p:txBody>
      </p:sp>
      <p:sp>
        <p:nvSpPr>
          <p:cNvPr id="46" name="내용 개체 틀 2">
            <a:extLst>
              <a:ext uri="{FF2B5EF4-FFF2-40B4-BE49-F238E27FC236}">
                <a16:creationId xmlns:a16="http://schemas.microsoft.com/office/drawing/2014/main" id="{4A9C29CC-1560-4A0E-9AA0-B4989E9D9ADB}"/>
              </a:ext>
            </a:extLst>
          </p:cNvPr>
          <p:cNvSpPr txBox="1">
            <a:spLocks/>
          </p:cNvSpPr>
          <p:nvPr/>
        </p:nvSpPr>
        <p:spPr bwMode="auto">
          <a:xfrm>
            <a:off x="311420" y="5092488"/>
            <a:ext cx="1371600" cy="228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>
                <a:latin typeface="Arial" panose="020B0604020202020204" pitchFamily="34" charset="0"/>
                <a:cs typeface="Arial" panose="020B0604020202020204" pitchFamily="34" charset="0"/>
              </a:rPr>
              <a:t>Promo 2</a:t>
            </a:r>
          </a:p>
        </p:txBody>
      </p:sp>
      <p:sp>
        <p:nvSpPr>
          <p:cNvPr id="47" name="내용 개체 틀 2">
            <a:extLst>
              <a:ext uri="{FF2B5EF4-FFF2-40B4-BE49-F238E27FC236}">
                <a16:creationId xmlns:a16="http://schemas.microsoft.com/office/drawing/2014/main" id="{1D0B4802-5576-43C6-A282-C636686E35D9}"/>
              </a:ext>
            </a:extLst>
          </p:cNvPr>
          <p:cNvSpPr txBox="1">
            <a:spLocks/>
          </p:cNvSpPr>
          <p:nvPr/>
        </p:nvSpPr>
        <p:spPr bwMode="auto">
          <a:xfrm>
            <a:off x="311420" y="4800664"/>
            <a:ext cx="1371600" cy="228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 err="1">
                <a:latin typeface="Arial" panose="020B0604020202020204" pitchFamily="34" charset="0"/>
                <a:cs typeface="Arial" panose="020B0604020202020204" pitchFamily="34" charset="0"/>
              </a:rPr>
              <a:t>Compet</a:t>
            </a:r>
            <a:r>
              <a:rPr lang="en-GB" altLang="ko-KR" sz="1350" b="0" kern="100" dirty="0">
                <a:latin typeface="Arial" panose="020B0604020202020204" pitchFamily="34" charset="0"/>
                <a:cs typeface="Arial" panose="020B0604020202020204" pitchFamily="34" charset="0"/>
              </a:rPr>
              <a:t>. duration</a:t>
            </a:r>
          </a:p>
        </p:txBody>
      </p:sp>
      <p:sp>
        <p:nvSpPr>
          <p:cNvPr id="48" name="내용 개체 틀 2">
            <a:extLst>
              <a:ext uri="{FF2B5EF4-FFF2-40B4-BE49-F238E27FC236}">
                <a16:creationId xmlns:a16="http://schemas.microsoft.com/office/drawing/2014/main" id="{70765657-E2B7-45E9-B6C0-3559B101261E}"/>
              </a:ext>
            </a:extLst>
          </p:cNvPr>
          <p:cNvSpPr txBox="1">
            <a:spLocks/>
          </p:cNvSpPr>
          <p:nvPr/>
        </p:nvSpPr>
        <p:spPr bwMode="auto">
          <a:xfrm>
            <a:off x="311420" y="5788680"/>
            <a:ext cx="1371600" cy="228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>
                <a:latin typeface="Arial" panose="020B0604020202020204" pitchFamily="34" charset="0"/>
                <a:cs typeface="Arial" panose="020B0604020202020204" pitchFamily="34" charset="0"/>
              </a:rPr>
              <a:t>Promo interval</a:t>
            </a:r>
          </a:p>
        </p:txBody>
      </p:sp>
      <p:sp>
        <p:nvSpPr>
          <p:cNvPr id="49" name="내용 개체 틀 2">
            <a:extLst>
              <a:ext uri="{FF2B5EF4-FFF2-40B4-BE49-F238E27FC236}">
                <a16:creationId xmlns:a16="http://schemas.microsoft.com/office/drawing/2014/main" id="{73FAD8A6-9DD2-423B-9ADC-C47210BB6E31}"/>
              </a:ext>
            </a:extLst>
          </p:cNvPr>
          <p:cNvSpPr txBox="1">
            <a:spLocks/>
          </p:cNvSpPr>
          <p:nvPr/>
        </p:nvSpPr>
        <p:spPr bwMode="auto">
          <a:xfrm>
            <a:off x="311420" y="5510924"/>
            <a:ext cx="1371600" cy="228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>
                <a:latin typeface="Arial" panose="020B0604020202020204" pitchFamily="34" charset="0"/>
                <a:cs typeface="Arial" panose="020B0604020202020204" pitchFamily="34" charset="0"/>
              </a:rPr>
              <a:t>Promo2 duration</a:t>
            </a:r>
          </a:p>
        </p:txBody>
      </p:sp>
      <p:sp>
        <p:nvSpPr>
          <p:cNvPr id="50" name="내용 개체 틀 2">
            <a:extLst>
              <a:ext uri="{FF2B5EF4-FFF2-40B4-BE49-F238E27FC236}">
                <a16:creationId xmlns:a16="http://schemas.microsoft.com/office/drawing/2014/main" id="{68C55D1F-ECE9-4A67-B4B8-DE8BA21CD4EE}"/>
              </a:ext>
            </a:extLst>
          </p:cNvPr>
          <p:cNvSpPr txBox="1">
            <a:spLocks/>
          </p:cNvSpPr>
          <p:nvPr/>
        </p:nvSpPr>
        <p:spPr bwMode="auto">
          <a:xfrm>
            <a:off x="311420" y="6089994"/>
            <a:ext cx="1371600" cy="4154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350" b="0" kern="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Historical sales patterns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87DFCCD-E54B-4EAE-AD17-DB098D276420}"/>
              </a:ext>
            </a:extLst>
          </p:cNvPr>
          <p:cNvSpPr/>
          <p:nvPr/>
        </p:nvSpPr>
        <p:spPr bwMode="blackWhite">
          <a:xfrm>
            <a:off x="2639893" y="1928614"/>
            <a:ext cx="731520" cy="4561086"/>
          </a:xfrm>
          <a:prstGeom prst="rect">
            <a:avLst/>
          </a:prstGeom>
          <a:noFill/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229ED50-1309-41C2-9ED5-91B34602DAF1}"/>
              </a:ext>
            </a:extLst>
          </p:cNvPr>
          <p:cNvSpPr/>
          <p:nvPr/>
        </p:nvSpPr>
        <p:spPr bwMode="blackWhite">
          <a:xfrm>
            <a:off x="3438220" y="1928614"/>
            <a:ext cx="731520" cy="4561086"/>
          </a:xfrm>
          <a:prstGeom prst="rect">
            <a:avLst/>
          </a:prstGeom>
          <a:noFill/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D2D8AF0-9665-47BE-96DB-9FCD8C22C74E}"/>
              </a:ext>
            </a:extLst>
          </p:cNvPr>
          <p:cNvSpPr/>
          <p:nvPr/>
        </p:nvSpPr>
        <p:spPr bwMode="blackWhite">
          <a:xfrm>
            <a:off x="4236547" y="1928614"/>
            <a:ext cx="731520" cy="4561086"/>
          </a:xfrm>
          <a:prstGeom prst="rect">
            <a:avLst/>
          </a:prstGeom>
          <a:noFill/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B58FE18-4B4D-4B87-9180-A761D48D11E4}"/>
              </a:ext>
            </a:extLst>
          </p:cNvPr>
          <p:cNvSpPr/>
          <p:nvPr/>
        </p:nvSpPr>
        <p:spPr bwMode="blackWhite">
          <a:xfrm>
            <a:off x="5034872" y="1928614"/>
            <a:ext cx="731520" cy="4561086"/>
          </a:xfrm>
          <a:prstGeom prst="rect">
            <a:avLst/>
          </a:prstGeom>
          <a:noFill/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EDF7168-E88B-4C22-9236-C8BAA4A9FF5A}"/>
              </a:ext>
            </a:extLst>
          </p:cNvPr>
          <p:cNvSpPr/>
          <p:nvPr/>
        </p:nvSpPr>
        <p:spPr bwMode="blackWhite">
          <a:xfrm>
            <a:off x="1841566" y="1928614"/>
            <a:ext cx="731520" cy="4561086"/>
          </a:xfrm>
          <a:prstGeom prst="rect">
            <a:avLst/>
          </a:prstGeom>
          <a:noFill/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ECFA644-A076-48D0-92EC-C87A45FE2CCF}"/>
              </a:ext>
            </a:extLst>
          </p:cNvPr>
          <p:cNvSpPr/>
          <p:nvPr/>
        </p:nvSpPr>
        <p:spPr bwMode="blackWhite">
          <a:xfrm>
            <a:off x="6067167" y="1457384"/>
            <a:ext cx="3610234" cy="49053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GB" sz="1200" b="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23099E-CB3C-43DE-8037-7D36FB4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75" y="278463"/>
            <a:ext cx="9001125" cy="40011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</a:rPr>
              <a:t>Make use of different predictors?</a:t>
            </a:r>
            <a:endParaRPr lang="en-GB" b="0" dirty="0">
              <a:latin typeface="Arial" panose="020B0604020202020204" pitchFamily="34" charset="0"/>
            </a:endParaRP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42938B53-CA33-4EE8-9DC2-C7A4DA724C37}"/>
              </a:ext>
            </a:extLst>
          </p:cNvPr>
          <p:cNvSpPr txBox="1">
            <a:spLocks/>
          </p:cNvSpPr>
          <p:nvPr/>
        </p:nvSpPr>
        <p:spPr bwMode="auto">
          <a:xfrm>
            <a:off x="6315649" y="2101951"/>
            <a:ext cx="3375744" cy="417652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77800" lvl="1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kern="100" dirty="0">
                <a:latin typeface="Arial" panose="020B0604020202020204" pitchFamily="34" charset="0"/>
                <a:cs typeface="Arial" panose="020B0604020202020204" pitchFamily="34" charset="0"/>
              </a:rPr>
              <a:t>Store type B</a:t>
            </a:r>
            <a:endParaRPr lang="en-GB" altLang="ko-KR" sz="160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0838" lvl="2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Distance of competitors</a:t>
            </a:r>
          </a:p>
          <a:p>
            <a:pPr marL="350838" lvl="2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Duration of competitor stores’ open days</a:t>
            </a:r>
          </a:p>
          <a:p>
            <a:pPr marL="350838" lvl="2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Promotion 2</a:t>
            </a:r>
          </a:p>
          <a:p>
            <a:pPr marL="350838" lvl="2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endParaRPr lang="en-GB" altLang="ko-KR" sz="160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1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kern="100" dirty="0">
                <a:latin typeface="Arial" panose="020B0604020202020204" pitchFamily="34" charset="0"/>
                <a:cs typeface="Arial" panose="020B0604020202020204" pitchFamily="34" charset="0"/>
              </a:rPr>
              <a:t>Store type B &amp; Assortment B</a:t>
            </a:r>
            <a:endParaRPr lang="en-GB" altLang="ko-KR" sz="160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0838" lvl="2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Duration of promotion 2</a:t>
            </a:r>
          </a:p>
          <a:p>
            <a:pPr marL="350838" lvl="2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Promo interval </a:t>
            </a:r>
            <a:b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more important than</a:t>
            </a: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 implementation of promotion</a:t>
            </a:r>
          </a:p>
          <a:p>
            <a:pPr marL="350838" lvl="2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7800" lvl="1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endParaRPr lang="en-GB" altLang="ko-KR" sz="160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1" indent="-176213" defTabSz="180000" latinLnBrk="0">
              <a:lnSpc>
                <a:spcPct val="110000"/>
              </a:lnSpc>
              <a:spcBef>
                <a:spcPts val="300"/>
              </a:spcBef>
              <a:tabLst>
                <a:tab pos="180000" algn="l"/>
              </a:tabLst>
            </a:pPr>
            <a:r>
              <a:rPr lang="en-GB" altLang="ko-KR" sz="1600" b="0" kern="100" dirty="0">
                <a:latin typeface="Arial" panose="020B0604020202020204" pitchFamily="34" charset="0"/>
                <a:cs typeface="Arial" panose="020B0604020202020204" pitchFamily="34" charset="0"/>
              </a:rPr>
              <a:t>School holiday: seasonal patterns?</a:t>
            </a:r>
          </a:p>
        </p:txBody>
      </p:sp>
      <p:sp>
        <p:nvSpPr>
          <p:cNvPr id="25" name="AutoShape 219">
            <a:extLst>
              <a:ext uri="{FF2B5EF4-FFF2-40B4-BE49-F238E27FC236}">
                <a16:creationId xmlns:a16="http://schemas.microsoft.com/office/drawing/2014/main" id="{B9DEF5C4-D4E2-47A9-8F26-C067E5B7FB1A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4457456" y="3875615"/>
            <a:ext cx="3108960" cy="274320"/>
          </a:xfrm>
          <a:prstGeom prst="downArrow">
            <a:avLst>
              <a:gd name="adj1" fmla="val 68398"/>
              <a:gd name="adj2" fmla="val 100000"/>
            </a:avLst>
          </a:prstGeom>
          <a:gradFill rotWithShape="1">
            <a:gsLst>
              <a:gs pos="0">
                <a:schemeClr val="bg1"/>
              </a:gs>
              <a:gs pos="100000">
                <a:schemeClr val="bg2">
                  <a:lumMod val="50000"/>
                </a:schemeClr>
              </a:gs>
            </a:gsLst>
            <a:lin ang="5400000" scaled="1"/>
          </a:gra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0000"/>
              </a:lnSpc>
              <a:spcBef>
                <a:spcPts val="300"/>
              </a:spcBef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C07B2DE-AF88-449A-92E5-1094BD0F981F}"/>
              </a:ext>
            </a:extLst>
          </p:cNvPr>
          <p:cNvGrpSpPr/>
          <p:nvPr/>
        </p:nvGrpSpPr>
        <p:grpSpPr>
          <a:xfrm>
            <a:off x="6254611" y="1593925"/>
            <a:ext cx="3237641" cy="334689"/>
            <a:chOff x="677524" y="1313765"/>
            <a:chExt cx="8100901" cy="284213"/>
          </a:xfrm>
        </p:grpSpPr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4C9F348D-47DC-4BAD-BDB7-C0B9065F59B2}"/>
                </a:ext>
              </a:extLst>
            </p:cNvPr>
            <p:cNvCxnSpPr/>
            <p:nvPr/>
          </p:nvCxnSpPr>
          <p:spPr bwMode="gray">
            <a:xfrm>
              <a:off x="677524" y="1597978"/>
              <a:ext cx="8100901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내용 개체 틀 2">
              <a:extLst>
                <a:ext uri="{FF2B5EF4-FFF2-40B4-BE49-F238E27FC236}">
                  <a16:creationId xmlns:a16="http://schemas.microsoft.com/office/drawing/2014/main" id="{8CEC2C3A-C984-4807-BF12-887605FB4AE0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02555" y="1313765"/>
              <a:ext cx="8075870" cy="22509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180000" rtl="0" eaLnBrk="1" fontAlgn="base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SzPct val="120000"/>
                <a:tabLst>
                  <a:tab pos="180000" algn="l"/>
                </a:tabLst>
                <a:defRPr kumimoji="1" lang="ko-KR" altLang="en-US" sz="1400" baseline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2000" indent="-163513" algn="l" defTabSz="1023938" rtl="0" eaLnBrk="1" fontAlgn="base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49200" indent="-171450" algn="l" defTabSz="1023938" rtl="0" eaLnBrk="1" fontAlgn="base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565200" indent="-198000" algn="l" defTabSz="1023938" rtl="0" eaLnBrk="1" fontAlgn="base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SzPct val="89000"/>
                <a:buFont typeface="+mj-lt"/>
                <a:buAutoNum type="arabicParenR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792000" indent="-223200" algn="l" defTabSz="1023938" rtl="0" eaLnBrk="1" fontAlgn="base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SzPct val="95000"/>
                <a:buFont typeface="+mj-ea"/>
                <a:buAutoNum type="circleNumDbPlain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1" indent="0" algn="ctr" defTabSz="180000" latinLnBrk="0">
                <a:buNone/>
                <a:tabLst>
                  <a:tab pos="180000" algn="l"/>
                </a:tabLst>
              </a:pPr>
              <a:r>
                <a:rPr lang="en-GB" altLang="ko-KR" sz="17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Implication?</a:t>
              </a:r>
              <a:endParaRPr lang="en-US" altLang="ko-KR" sz="1700" b="0" kern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0AB4979B-45E2-4F3C-82F2-917AC1F33BDB}"/>
              </a:ext>
            </a:extLst>
          </p:cNvPr>
          <p:cNvSpPr txBox="1">
            <a:spLocks/>
          </p:cNvSpPr>
          <p:nvPr/>
        </p:nvSpPr>
        <p:spPr bwMode="auto">
          <a:xfrm>
            <a:off x="354878" y="1914527"/>
            <a:ext cx="917790" cy="2187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b="0" kern="1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r>
              <a:rPr lang="en-GB" altLang="ko-KR" b="0" kern="100" baseline="30000" dirty="0">
                <a:latin typeface="Arial" panose="020B0604020202020204" pitchFamily="34" charset="0"/>
                <a:cs typeface="Arial" panose="020B0604020202020204" pitchFamily="34" charset="0"/>
              </a:rPr>
              <a:t>1)</a:t>
            </a:r>
            <a:r>
              <a:rPr lang="en-GB" altLang="ko-KR" b="0" kern="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endParaRPr lang="en-GB" altLang="ko-KR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3763DA1D-B0B3-4A57-BC93-7AAA1FB25E55}"/>
              </a:ext>
            </a:extLst>
          </p:cNvPr>
          <p:cNvSpPr txBox="1">
            <a:spLocks/>
          </p:cNvSpPr>
          <p:nvPr/>
        </p:nvSpPr>
        <p:spPr bwMode="auto">
          <a:xfrm>
            <a:off x="288009" y="2131110"/>
            <a:ext cx="1537030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defTabSz="180000" latinLnBrk="0"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2000" kern="1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r>
              <a:rPr lang="en-GB" altLang="ko-KR" kern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ko-KR" b="0" kern="100" dirty="0">
                <a:latin typeface="Arial" panose="020B0604020202020204" pitchFamily="34" charset="0"/>
                <a:cs typeface="Arial" panose="020B0604020202020204" pitchFamily="34" charset="0"/>
              </a:rPr>
              <a:t>Input variables</a:t>
            </a:r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5EBA779F-A5C1-4447-B52D-CD0BE29DD96C}"/>
              </a:ext>
            </a:extLst>
          </p:cNvPr>
          <p:cNvSpPr txBox="1">
            <a:spLocks/>
          </p:cNvSpPr>
          <p:nvPr/>
        </p:nvSpPr>
        <p:spPr bwMode="auto">
          <a:xfrm>
            <a:off x="1993496" y="2043112"/>
            <a:ext cx="431260" cy="2185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b="0" kern="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C0725237-759A-4E5A-9949-BD4EB3691A27}"/>
              </a:ext>
            </a:extLst>
          </p:cNvPr>
          <p:cNvSpPr txBox="1">
            <a:spLocks/>
          </p:cNvSpPr>
          <p:nvPr/>
        </p:nvSpPr>
        <p:spPr bwMode="auto">
          <a:xfrm>
            <a:off x="2812332" y="2043112"/>
            <a:ext cx="431260" cy="2185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b="0" kern="1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912923F-06F0-4210-83C8-B51422A2CA0C}"/>
              </a:ext>
            </a:extLst>
          </p:cNvPr>
          <p:cNvGrpSpPr/>
          <p:nvPr/>
        </p:nvGrpSpPr>
        <p:grpSpPr>
          <a:xfrm>
            <a:off x="3588156" y="2043112"/>
            <a:ext cx="431260" cy="477259"/>
            <a:chOff x="3648550" y="1916500"/>
            <a:chExt cx="431260" cy="477259"/>
          </a:xfrm>
        </p:grpSpPr>
        <p:sp>
          <p:nvSpPr>
            <p:cNvPr id="33" name="내용 개체 틀 2">
              <a:extLst>
                <a:ext uri="{FF2B5EF4-FFF2-40B4-BE49-F238E27FC236}">
                  <a16:creationId xmlns:a16="http://schemas.microsoft.com/office/drawing/2014/main" id="{D7CF90D0-E3F2-493A-83DE-FC9B32D34F7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648550" y="1916500"/>
              <a:ext cx="431260" cy="2185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GB" altLang="ko-KR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53" name="내용 개체 틀 2">
              <a:extLst>
                <a:ext uri="{FF2B5EF4-FFF2-40B4-BE49-F238E27FC236}">
                  <a16:creationId xmlns:a16="http://schemas.microsoft.com/office/drawing/2014/main" id="{A969BAFA-36A9-4D95-8B11-77111DFB0A4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648550" y="2206335"/>
              <a:ext cx="431260" cy="18742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defRPr kumimoji="1" sz="1400" b="1" u="sng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165100" indent="-163513" algn="l" defTabSz="1023938" rtl="0" fontAlgn="base">
                <a:spcBef>
                  <a:spcPct val="0"/>
                </a:spcBef>
                <a:spcAft>
                  <a:spcPct val="0"/>
                </a:spcAft>
                <a:buSzPct val="120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338138" indent="-171450" algn="l" defTabSz="1023938" rtl="0" fontAlgn="base">
                <a:spcBef>
                  <a:spcPct val="0"/>
                </a:spcBef>
                <a:spcAft>
                  <a:spcPct val="0"/>
                </a:spcAft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493713" indent="-153988" algn="l" defTabSz="1023938" rtl="0" fontAlgn="base">
                <a:spcBef>
                  <a:spcPct val="0"/>
                </a:spcBef>
                <a:spcAft>
                  <a:spcPct val="0"/>
                </a:spcAft>
                <a:buSzPct val="89000"/>
                <a:buChar char="•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6651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11223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5795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20367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493963" indent="-169863" algn="l" defTabSz="1023938" rtl="0" fontAlgn="base">
                <a:spcBef>
                  <a:spcPct val="0"/>
                </a:spcBef>
                <a:spcAft>
                  <a:spcPct val="0"/>
                </a:spcAft>
                <a:buSzPct val="75000"/>
                <a:buChar char="–"/>
                <a:defRPr kumimoji="1" sz="14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defTabSz="180000" latinLnBrk="0">
                <a:lnSpc>
                  <a:spcPct val="110000"/>
                </a:lnSpc>
                <a:spcBef>
                  <a:spcPts val="300"/>
                </a:spcBef>
                <a:buNone/>
                <a:tabLst>
                  <a:tab pos="180000" algn="l"/>
                </a:tabLst>
              </a:pPr>
              <a:r>
                <a:rPr lang="en-GB" altLang="ko-KR" sz="1200" b="0" kern="100" dirty="0">
                  <a:latin typeface="Arial" panose="020B0604020202020204" pitchFamily="34" charset="0"/>
                  <a:cs typeface="Arial" panose="020B0604020202020204" pitchFamily="34" charset="0"/>
                </a:rPr>
                <a:t>BB</a:t>
              </a:r>
            </a:p>
          </p:txBody>
        </p:sp>
      </p:grpSp>
      <p:sp>
        <p:nvSpPr>
          <p:cNvPr id="34" name="내용 개체 틀 2">
            <a:extLst>
              <a:ext uri="{FF2B5EF4-FFF2-40B4-BE49-F238E27FC236}">
                <a16:creationId xmlns:a16="http://schemas.microsoft.com/office/drawing/2014/main" id="{2262C7EC-D7E2-4526-9E13-69D838DE0B3A}"/>
              </a:ext>
            </a:extLst>
          </p:cNvPr>
          <p:cNvSpPr txBox="1">
            <a:spLocks/>
          </p:cNvSpPr>
          <p:nvPr/>
        </p:nvSpPr>
        <p:spPr bwMode="auto">
          <a:xfrm>
            <a:off x="4368350" y="2043112"/>
            <a:ext cx="431260" cy="2185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b="0" kern="1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77" name="내용 개체 틀 2">
            <a:extLst>
              <a:ext uri="{FF2B5EF4-FFF2-40B4-BE49-F238E27FC236}">
                <a16:creationId xmlns:a16="http://schemas.microsoft.com/office/drawing/2014/main" id="{5B791744-C9B0-4467-B984-9ACF5B3A2507}"/>
              </a:ext>
            </a:extLst>
          </p:cNvPr>
          <p:cNvSpPr txBox="1">
            <a:spLocks/>
          </p:cNvSpPr>
          <p:nvPr/>
        </p:nvSpPr>
        <p:spPr bwMode="auto">
          <a:xfrm>
            <a:off x="1970744" y="283870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내용 개체 틀 2">
            <a:extLst>
              <a:ext uri="{FF2B5EF4-FFF2-40B4-BE49-F238E27FC236}">
                <a16:creationId xmlns:a16="http://schemas.microsoft.com/office/drawing/2014/main" id="{38840A3D-6C3D-4E07-B73E-7F649B12D2FA}"/>
              </a:ext>
            </a:extLst>
          </p:cNvPr>
          <p:cNvSpPr txBox="1">
            <a:spLocks/>
          </p:cNvSpPr>
          <p:nvPr/>
        </p:nvSpPr>
        <p:spPr bwMode="auto">
          <a:xfrm>
            <a:off x="2765670" y="283870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내용 개체 틀 2">
            <a:extLst>
              <a:ext uri="{FF2B5EF4-FFF2-40B4-BE49-F238E27FC236}">
                <a16:creationId xmlns:a16="http://schemas.microsoft.com/office/drawing/2014/main" id="{9B51EA63-48D2-43B0-878E-548068A7C467}"/>
              </a:ext>
            </a:extLst>
          </p:cNvPr>
          <p:cNvSpPr txBox="1">
            <a:spLocks/>
          </p:cNvSpPr>
          <p:nvPr/>
        </p:nvSpPr>
        <p:spPr bwMode="auto">
          <a:xfrm>
            <a:off x="3560596" y="283870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내용 개체 틀 2">
            <a:extLst>
              <a:ext uri="{FF2B5EF4-FFF2-40B4-BE49-F238E27FC236}">
                <a16:creationId xmlns:a16="http://schemas.microsoft.com/office/drawing/2014/main" id="{56B0A710-3338-4A19-842E-3F48446504BB}"/>
              </a:ext>
            </a:extLst>
          </p:cNvPr>
          <p:cNvSpPr txBox="1">
            <a:spLocks/>
          </p:cNvSpPr>
          <p:nvPr/>
        </p:nvSpPr>
        <p:spPr bwMode="auto">
          <a:xfrm>
            <a:off x="4355522" y="283870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내용 개체 틀 2">
            <a:extLst>
              <a:ext uri="{FF2B5EF4-FFF2-40B4-BE49-F238E27FC236}">
                <a16:creationId xmlns:a16="http://schemas.microsoft.com/office/drawing/2014/main" id="{3AA756CF-56C2-4893-8C84-0385F29CE8CB}"/>
              </a:ext>
            </a:extLst>
          </p:cNvPr>
          <p:cNvSpPr txBox="1">
            <a:spLocks/>
          </p:cNvSpPr>
          <p:nvPr/>
        </p:nvSpPr>
        <p:spPr bwMode="auto">
          <a:xfrm>
            <a:off x="5150447" y="283870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내용 개체 틀 2">
            <a:extLst>
              <a:ext uri="{FF2B5EF4-FFF2-40B4-BE49-F238E27FC236}">
                <a16:creationId xmlns:a16="http://schemas.microsoft.com/office/drawing/2014/main" id="{BC4FB878-0D46-4067-8B5D-7389C4A6880E}"/>
              </a:ext>
            </a:extLst>
          </p:cNvPr>
          <p:cNvSpPr txBox="1">
            <a:spLocks/>
          </p:cNvSpPr>
          <p:nvPr/>
        </p:nvSpPr>
        <p:spPr bwMode="auto">
          <a:xfrm>
            <a:off x="1970744" y="315866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내용 개체 틀 2">
            <a:extLst>
              <a:ext uri="{FF2B5EF4-FFF2-40B4-BE49-F238E27FC236}">
                <a16:creationId xmlns:a16="http://schemas.microsoft.com/office/drawing/2014/main" id="{57A37235-E3C0-4C8B-9808-FDC6A95501C3}"/>
              </a:ext>
            </a:extLst>
          </p:cNvPr>
          <p:cNvSpPr txBox="1">
            <a:spLocks/>
          </p:cNvSpPr>
          <p:nvPr/>
        </p:nvSpPr>
        <p:spPr bwMode="auto">
          <a:xfrm>
            <a:off x="2765670" y="315866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내용 개체 틀 2">
            <a:extLst>
              <a:ext uri="{FF2B5EF4-FFF2-40B4-BE49-F238E27FC236}">
                <a16:creationId xmlns:a16="http://schemas.microsoft.com/office/drawing/2014/main" id="{DBBDF26C-D141-403C-8AE6-3B0A9EA84D63}"/>
              </a:ext>
            </a:extLst>
          </p:cNvPr>
          <p:cNvSpPr txBox="1">
            <a:spLocks/>
          </p:cNvSpPr>
          <p:nvPr/>
        </p:nvSpPr>
        <p:spPr bwMode="auto">
          <a:xfrm>
            <a:off x="3560596" y="315866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내용 개체 틀 2">
            <a:extLst>
              <a:ext uri="{FF2B5EF4-FFF2-40B4-BE49-F238E27FC236}">
                <a16:creationId xmlns:a16="http://schemas.microsoft.com/office/drawing/2014/main" id="{D14F1AD6-5F51-4A05-8138-EAEFE1DD6A5F}"/>
              </a:ext>
            </a:extLst>
          </p:cNvPr>
          <p:cNvSpPr txBox="1">
            <a:spLocks/>
          </p:cNvSpPr>
          <p:nvPr/>
        </p:nvSpPr>
        <p:spPr bwMode="auto">
          <a:xfrm>
            <a:off x="4355522" y="315866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내용 개체 틀 2">
            <a:extLst>
              <a:ext uri="{FF2B5EF4-FFF2-40B4-BE49-F238E27FC236}">
                <a16:creationId xmlns:a16="http://schemas.microsoft.com/office/drawing/2014/main" id="{C53E1B5F-62F9-41E1-AB32-D999F164E6F0}"/>
              </a:ext>
            </a:extLst>
          </p:cNvPr>
          <p:cNvSpPr txBox="1">
            <a:spLocks/>
          </p:cNvSpPr>
          <p:nvPr/>
        </p:nvSpPr>
        <p:spPr bwMode="auto">
          <a:xfrm>
            <a:off x="5150447" y="315866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내용 개체 틀 2">
            <a:extLst>
              <a:ext uri="{FF2B5EF4-FFF2-40B4-BE49-F238E27FC236}">
                <a16:creationId xmlns:a16="http://schemas.microsoft.com/office/drawing/2014/main" id="{13CDBCC3-6C3D-4FFB-ACEA-E1BE500F99D8}"/>
              </a:ext>
            </a:extLst>
          </p:cNvPr>
          <p:cNvSpPr txBox="1">
            <a:spLocks/>
          </p:cNvSpPr>
          <p:nvPr/>
        </p:nvSpPr>
        <p:spPr bwMode="auto">
          <a:xfrm>
            <a:off x="1970744" y="347862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내용 개체 틀 2">
            <a:extLst>
              <a:ext uri="{FF2B5EF4-FFF2-40B4-BE49-F238E27FC236}">
                <a16:creationId xmlns:a16="http://schemas.microsoft.com/office/drawing/2014/main" id="{5B9A3B4B-04AF-4C70-8705-444EABF24C07}"/>
              </a:ext>
            </a:extLst>
          </p:cNvPr>
          <p:cNvSpPr txBox="1">
            <a:spLocks/>
          </p:cNvSpPr>
          <p:nvPr/>
        </p:nvSpPr>
        <p:spPr bwMode="auto">
          <a:xfrm>
            <a:off x="2765670" y="347862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내용 개체 틀 2">
            <a:extLst>
              <a:ext uri="{FF2B5EF4-FFF2-40B4-BE49-F238E27FC236}">
                <a16:creationId xmlns:a16="http://schemas.microsoft.com/office/drawing/2014/main" id="{E204A1BD-9B0F-48F1-86A7-7B4B1220EF64}"/>
              </a:ext>
            </a:extLst>
          </p:cNvPr>
          <p:cNvSpPr txBox="1">
            <a:spLocks/>
          </p:cNvSpPr>
          <p:nvPr/>
        </p:nvSpPr>
        <p:spPr bwMode="auto">
          <a:xfrm>
            <a:off x="3560596" y="347862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314C4F67-2E5A-406D-8D16-F9D2E04CCBD5}"/>
              </a:ext>
            </a:extLst>
          </p:cNvPr>
          <p:cNvSpPr txBox="1">
            <a:spLocks/>
          </p:cNvSpPr>
          <p:nvPr/>
        </p:nvSpPr>
        <p:spPr bwMode="auto">
          <a:xfrm>
            <a:off x="4355522" y="347862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내용 개체 틀 2">
            <a:extLst>
              <a:ext uri="{FF2B5EF4-FFF2-40B4-BE49-F238E27FC236}">
                <a16:creationId xmlns:a16="http://schemas.microsoft.com/office/drawing/2014/main" id="{918320B0-870B-460E-8390-086EC0528EA6}"/>
              </a:ext>
            </a:extLst>
          </p:cNvPr>
          <p:cNvSpPr txBox="1">
            <a:spLocks/>
          </p:cNvSpPr>
          <p:nvPr/>
        </p:nvSpPr>
        <p:spPr bwMode="auto">
          <a:xfrm>
            <a:off x="5150447" y="347862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내용 개체 틀 2">
            <a:extLst>
              <a:ext uri="{FF2B5EF4-FFF2-40B4-BE49-F238E27FC236}">
                <a16:creationId xmlns:a16="http://schemas.microsoft.com/office/drawing/2014/main" id="{C9C623BE-B501-4BE0-9C34-E90C9591EE6E}"/>
              </a:ext>
            </a:extLst>
          </p:cNvPr>
          <p:cNvSpPr txBox="1">
            <a:spLocks/>
          </p:cNvSpPr>
          <p:nvPr/>
        </p:nvSpPr>
        <p:spPr bwMode="auto">
          <a:xfrm>
            <a:off x="1970744" y="379858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내용 개체 틀 2">
            <a:extLst>
              <a:ext uri="{FF2B5EF4-FFF2-40B4-BE49-F238E27FC236}">
                <a16:creationId xmlns:a16="http://schemas.microsoft.com/office/drawing/2014/main" id="{9D8B3507-7EE9-41CC-AD0A-89908E942BB1}"/>
              </a:ext>
            </a:extLst>
          </p:cNvPr>
          <p:cNvSpPr txBox="1">
            <a:spLocks/>
          </p:cNvSpPr>
          <p:nvPr/>
        </p:nvSpPr>
        <p:spPr bwMode="auto">
          <a:xfrm>
            <a:off x="2765670" y="379858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내용 개체 틀 2">
            <a:extLst>
              <a:ext uri="{FF2B5EF4-FFF2-40B4-BE49-F238E27FC236}">
                <a16:creationId xmlns:a16="http://schemas.microsoft.com/office/drawing/2014/main" id="{264BF63E-92B3-4FFB-BD2B-50666F1809A7}"/>
              </a:ext>
            </a:extLst>
          </p:cNvPr>
          <p:cNvSpPr txBox="1">
            <a:spLocks/>
          </p:cNvSpPr>
          <p:nvPr/>
        </p:nvSpPr>
        <p:spPr bwMode="auto">
          <a:xfrm>
            <a:off x="4355522" y="379858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내용 개체 틀 2">
            <a:extLst>
              <a:ext uri="{FF2B5EF4-FFF2-40B4-BE49-F238E27FC236}">
                <a16:creationId xmlns:a16="http://schemas.microsoft.com/office/drawing/2014/main" id="{3E9FA032-5CE1-4E47-87FE-B621EF744D08}"/>
              </a:ext>
            </a:extLst>
          </p:cNvPr>
          <p:cNvSpPr txBox="1">
            <a:spLocks/>
          </p:cNvSpPr>
          <p:nvPr/>
        </p:nvSpPr>
        <p:spPr bwMode="auto">
          <a:xfrm>
            <a:off x="5150447" y="379858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내용 개체 틀 2">
            <a:extLst>
              <a:ext uri="{FF2B5EF4-FFF2-40B4-BE49-F238E27FC236}">
                <a16:creationId xmlns:a16="http://schemas.microsoft.com/office/drawing/2014/main" id="{F0FE0BF8-61FE-4829-94AF-0CD77DEDF02B}"/>
              </a:ext>
            </a:extLst>
          </p:cNvPr>
          <p:cNvSpPr txBox="1">
            <a:spLocks/>
          </p:cNvSpPr>
          <p:nvPr/>
        </p:nvSpPr>
        <p:spPr bwMode="auto">
          <a:xfrm>
            <a:off x="2765670" y="4522102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내용 개체 틀 2">
            <a:extLst>
              <a:ext uri="{FF2B5EF4-FFF2-40B4-BE49-F238E27FC236}">
                <a16:creationId xmlns:a16="http://schemas.microsoft.com/office/drawing/2014/main" id="{96B287AB-0145-4658-BA43-B8F2848EA855}"/>
              </a:ext>
            </a:extLst>
          </p:cNvPr>
          <p:cNvSpPr txBox="1">
            <a:spLocks/>
          </p:cNvSpPr>
          <p:nvPr/>
        </p:nvSpPr>
        <p:spPr bwMode="auto">
          <a:xfrm>
            <a:off x="3560596" y="4522102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내용 개체 틀 2">
            <a:extLst>
              <a:ext uri="{FF2B5EF4-FFF2-40B4-BE49-F238E27FC236}">
                <a16:creationId xmlns:a16="http://schemas.microsoft.com/office/drawing/2014/main" id="{7B68A165-4E17-4F53-8994-718703A9F084}"/>
              </a:ext>
            </a:extLst>
          </p:cNvPr>
          <p:cNvSpPr txBox="1">
            <a:spLocks/>
          </p:cNvSpPr>
          <p:nvPr/>
        </p:nvSpPr>
        <p:spPr bwMode="auto">
          <a:xfrm>
            <a:off x="2765670" y="481850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내용 개체 틀 2">
            <a:extLst>
              <a:ext uri="{FF2B5EF4-FFF2-40B4-BE49-F238E27FC236}">
                <a16:creationId xmlns:a16="http://schemas.microsoft.com/office/drawing/2014/main" id="{FF2E5B07-165F-4407-A059-1524E1504A46}"/>
              </a:ext>
            </a:extLst>
          </p:cNvPr>
          <p:cNvSpPr txBox="1">
            <a:spLocks/>
          </p:cNvSpPr>
          <p:nvPr/>
        </p:nvSpPr>
        <p:spPr bwMode="auto">
          <a:xfrm>
            <a:off x="3560596" y="4818501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내용 개체 틀 2">
            <a:extLst>
              <a:ext uri="{FF2B5EF4-FFF2-40B4-BE49-F238E27FC236}">
                <a16:creationId xmlns:a16="http://schemas.microsoft.com/office/drawing/2014/main" id="{BB23F66B-9466-4A4F-BC4A-C72228167990}"/>
              </a:ext>
            </a:extLst>
          </p:cNvPr>
          <p:cNvSpPr txBox="1">
            <a:spLocks/>
          </p:cNvSpPr>
          <p:nvPr/>
        </p:nvSpPr>
        <p:spPr bwMode="auto">
          <a:xfrm>
            <a:off x="2765670" y="5114900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내용 개체 틀 2">
            <a:extLst>
              <a:ext uri="{FF2B5EF4-FFF2-40B4-BE49-F238E27FC236}">
                <a16:creationId xmlns:a16="http://schemas.microsoft.com/office/drawing/2014/main" id="{83B78D77-3FF8-49D9-8D0C-EACAB194F743}"/>
              </a:ext>
            </a:extLst>
          </p:cNvPr>
          <p:cNvSpPr txBox="1">
            <a:spLocks/>
          </p:cNvSpPr>
          <p:nvPr/>
        </p:nvSpPr>
        <p:spPr bwMode="auto">
          <a:xfrm>
            <a:off x="3560596" y="5114900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내용 개체 틀 2">
            <a:extLst>
              <a:ext uri="{FF2B5EF4-FFF2-40B4-BE49-F238E27FC236}">
                <a16:creationId xmlns:a16="http://schemas.microsoft.com/office/drawing/2014/main" id="{CF37AEFC-2FC2-47DF-9075-0EA81B39AC74}"/>
              </a:ext>
            </a:extLst>
          </p:cNvPr>
          <p:cNvSpPr txBox="1">
            <a:spLocks/>
          </p:cNvSpPr>
          <p:nvPr/>
        </p:nvSpPr>
        <p:spPr bwMode="auto">
          <a:xfrm>
            <a:off x="3560596" y="5509437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내용 개체 틀 2">
            <a:extLst>
              <a:ext uri="{FF2B5EF4-FFF2-40B4-BE49-F238E27FC236}">
                <a16:creationId xmlns:a16="http://schemas.microsoft.com/office/drawing/2014/main" id="{02795E38-89D1-4E1B-9816-708E020E8E97}"/>
              </a:ext>
            </a:extLst>
          </p:cNvPr>
          <p:cNvSpPr txBox="1">
            <a:spLocks/>
          </p:cNvSpPr>
          <p:nvPr/>
        </p:nvSpPr>
        <p:spPr bwMode="auto">
          <a:xfrm>
            <a:off x="3560596" y="5788680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내용 개체 틀 2">
            <a:extLst>
              <a:ext uri="{FF2B5EF4-FFF2-40B4-BE49-F238E27FC236}">
                <a16:creationId xmlns:a16="http://schemas.microsoft.com/office/drawing/2014/main" id="{8AA8F8D5-674C-4D40-A71A-456A4BB53CBA}"/>
              </a:ext>
            </a:extLst>
          </p:cNvPr>
          <p:cNvSpPr txBox="1">
            <a:spLocks/>
          </p:cNvSpPr>
          <p:nvPr/>
        </p:nvSpPr>
        <p:spPr bwMode="auto">
          <a:xfrm>
            <a:off x="1970744" y="6186865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내용 개체 틀 2">
            <a:extLst>
              <a:ext uri="{FF2B5EF4-FFF2-40B4-BE49-F238E27FC236}">
                <a16:creationId xmlns:a16="http://schemas.microsoft.com/office/drawing/2014/main" id="{6BFF9AC1-EED3-41E7-B3ED-46BC90FCEDF4}"/>
              </a:ext>
            </a:extLst>
          </p:cNvPr>
          <p:cNvSpPr txBox="1">
            <a:spLocks/>
          </p:cNvSpPr>
          <p:nvPr/>
        </p:nvSpPr>
        <p:spPr bwMode="auto">
          <a:xfrm>
            <a:off x="2765670" y="6186865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내용 개체 틀 2">
            <a:extLst>
              <a:ext uri="{FF2B5EF4-FFF2-40B4-BE49-F238E27FC236}">
                <a16:creationId xmlns:a16="http://schemas.microsoft.com/office/drawing/2014/main" id="{BCDC1518-96ED-460B-B757-74B0CEC2E403}"/>
              </a:ext>
            </a:extLst>
          </p:cNvPr>
          <p:cNvSpPr txBox="1">
            <a:spLocks/>
          </p:cNvSpPr>
          <p:nvPr/>
        </p:nvSpPr>
        <p:spPr bwMode="auto">
          <a:xfrm>
            <a:off x="3560596" y="6186865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내용 개체 틀 2">
            <a:extLst>
              <a:ext uri="{FF2B5EF4-FFF2-40B4-BE49-F238E27FC236}">
                <a16:creationId xmlns:a16="http://schemas.microsoft.com/office/drawing/2014/main" id="{211018CC-179A-4582-98A8-FDD1F485EB02}"/>
              </a:ext>
            </a:extLst>
          </p:cNvPr>
          <p:cNvSpPr txBox="1">
            <a:spLocks/>
          </p:cNvSpPr>
          <p:nvPr/>
        </p:nvSpPr>
        <p:spPr bwMode="auto">
          <a:xfrm>
            <a:off x="4355522" y="6186865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내용 개체 틀 2">
            <a:extLst>
              <a:ext uri="{FF2B5EF4-FFF2-40B4-BE49-F238E27FC236}">
                <a16:creationId xmlns:a16="http://schemas.microsoft.com/office/drawing/2014/main" id="{3177F38F-E95E-44A2-9E35-04DC4D303B4A}"/>
              </a:ext>
            </a:extLst>
          </p:cNvPr>
          <p:cNvSpPr txBox="1">
            <a:spLocks/>
          </p:cNvSpPr>
          <p:nvPr/>
        </p:nvSpPr>
        <p:spPr bwMode="auto">
          <a:xfrm>
            <a:off x="5150447" y="6186865"/>
            <a:ext cx="457200" cy="210763"/>
          </a:xfrm>
          <a:prstGeom prst="rect">
            <a:avLst/>
          </a:prstGeom>
          <a:pattFill prst="dkUpDiag">
            <a:fgClr>
              <a:schemeClr val="accent3"/>
            </a:fgClr>
            <a:bgClr>
              <a:schemeClr val="bg1"/>
            </a:bgClr>
          </a:patt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endParaRPr lang="en-GB" altLang="ko-KR" sz="1350" b="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F81D0410-E305-4206-B559-A6489963CBA7}"/>
              </a:ext>
            </a:extLst>
          </p:cNvPr>
          <p:cNvSpPr/>
          <p:nvPr/>
        </p:nvSpPr>
        <p:spPr bwMode="blackWhite">
          <a:xfrm>
            <a:off x="227013" y="1358900"/>
            <a:ext cx="5655005" cy="425350"/>
          </a:xfrm>
          <a:prstGeom prst="rect">
            <a:avLst/>
          </a:prstGeom>
          <a:solidFill>
            <a:schemeClr val="tx2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700" b="0" dirty="0">
                <a:solidFill>
                  <a:schemeClr val="bg1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Consideration input variables</a:t>
            </a:r>
          </a:p>
        </p:txBody>
      </p:sp>
      <p:sp>
        <p:nvSpPr>
          <p:cNvPr id="113" name="내용 개체 틀 2">
            <a:extLst>
              <a:ext uri="{FF2B5EF4-FFF2-40B4-BE49-F238E27FC236}">
                <a16:creationId xmlns:a16="http://schemas.microsoft.com/office/drawing/2014/main" id="{F89AD9A0-070B-4670-AB56-37E37C7DEB20}"/>
              </a:ext>
            </a:extLst>
          </p:cNvPr>
          <p:cNvSpPr txBox="1">
            <a:spLocks/>
          </p:cNvSpPr>
          <p:nvPr/>
        </p:nvSpPr>
        <p:spPr bwMode="auto">
          <a:xfrm>
            <a:off x="83353" y="6613914"/>
            <a:ext cx="9594047" cy="2031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74625" lvl="2" indent="0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sz="1200" b="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		Clusters in terms of ‘Store type’ &amp; ‘Assortment’</a:t>
            </a: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27437F61-3714-492A-BDBF-CF91D86BDCD3}"/>
              </a:ext>
            </a:extLst>
          </p:cNvPr>
          <p:cNvSpPr/>
          <p:nvPr/>
        </p:nvSpPr>
        <p:spPr bwMode="blackWhite">
          <a:xfrm>
            <a:off x="6184271" y="2101951"/>
            <a:ext cx="246888" cy="228600"/>
          </a:xfrm>
          <a:prstGeom prst="ellipse">
            <a:avLst/>
          </a:prstGeom>
          <a:solidFill>
            <a:schemeClr val="tx2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200" dirty="0">
                <a:solidFill>
                  <a:schemeClr val="bg1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BAC7CED-1624-4BF5-BA9E-93185CE4D1AA}"/>
              </a:ext>
            </a:extLst>
          </p:cNvPr>
          <p:cNvGrpSpPr/>
          <p:nvPr/>
        </p:nvGrpSpPr>
        <p:grpSpPr>
          <a:xfrm>
            <a:off x="2513162" y="4310003"/>
            <a:ext cx="3281367" cy="1091991"/>
            <a:chOff x="2513162" y="4310003"/>
            <a:chExt cx="3281367" cy="1091991"/>
          </a:xfrm>
        </p:grpSpPr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01916419-15BF-4DCA-850E-50B9AF666C5A}"/>
                </a:ext>
              </a:extLst>
            </p:cNvPr>
            <p:cNvSpPr/>
            <p:nvPr/>
          </p:nvSpPr>
          <p:spPr bwMode="blackWhite">
            <a:xfrm>
              <a:off x="2658793" y="4459458"/>
              <a:ext cx="1533379" cy="914400"/>
            </a:xfrm>
            <a:prstGeom prst="rect">
              <a:avLst/>
            </a:prstGeom>
            <a:noFill/>
            <a:ln w="28575" algn="ctr">
              <a:solidFill>
                <a:schemeClr val="accent2">
                  <a:lumMod val="75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D55B4E9B-97BC-4B85-B4CA-A5C2B904638F}"/>
                </a:ext>
              </a:extLst>
            </p:cNvPr>
            <p:cNvSpPr/>
            <p:nvPr/>
          </p:nvSpPr>
          <p:spPr bwMode="blackWhite">
            <a:xfrm>
              <a:off x="2513162" y="4310003"/>
              <a:ext cx="246888" cy="228600"/>
            </a:xfrm>
            <a:prstGeom prst="ellipse">
              <a:avLst/>
            </a:prstGeom>
            <a:solidFill>
              <a:schemeClr val="tx2"/>
            </a:solidFill>
            <a:ln w="635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200" dirty="0">
                  <a:solidFill>
                    <a:schemeClr val="bg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5BE05937-5295-4379-8E35-7486042EC9F8}"/>
                </a:ext>
              </a:extLst>
            </p:cNvPr>
            <p:cNvSpPr/>
            <p:nvPr/>
          </p:nvSpPr>
          <p:spPr bwMode="blackWhite">
            <a:xfrm>
              <a:off x="5034873" y="4459457"/>
              <a:ext cx="759656" cy="942537"/>
            </a:xfrm>
            <a:prstGeom prst="rect">
              <a:avLst/>
            </a:prstGeom>
            <a:noFill/>
            <a:ln w="28575" algn="ctr">
              <a:solidFill>
                <a:schemeClr val="accent2">
                  <a:lumMod val="75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B954ADE7-12D1-43A4-9C9F-1C9DE4FD6510}"/>
              </a:ext>
            </a:extLst>
          </p:cNvPr>
          <p:cNvSpPr/>
          <p:nvPr/>
        </p:nvSpPr>
        <p:spPr bwMode="blackWhite">
          <a:xfrm>
            <a:off x="6184271" y="3856182"/>
            <a:ext cx="246888" cy="228600"/>
          </a:xfrm>
          <a:prstGeom prst="ellipse">
            <a:avLst/>
          </a:prstGeom>
          <a:solidFill>
            <a:schemeClr val="tx2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200" dirty="0">
                <a:solidFill>
                  <a:schemeClr val="bg1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FF68468-E909-4DB5-BFFD-27F7EC875402}"/>
              </a:ext>
            </a:extLst>
          </p:cNvPr>
          <p:cNvGrpSpPr/>
          <p:nvPr/>
        </p:nvGrpSpPr>
        <p:grpSpPr>
          <a:xfrm>
            <a:off x="3302161" y="3742026"/>
            <a:ext cx="861877" cy="2333897"/>
            <a:chOff x="3302161" y="3742026"/>
            <a:chExt cx="861877" cy="2333897"/>
          </a:xfrm>
        </p:grpSpPr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00A706AE-48E6-4D9E-81AA-8BADE95DE80B}"/>
                </a:ext>
              </a:extLst>
            </p:cNvPr>
            <p:cNvSpPr/>
            <p:nvPr/>
          </p:nvSpPr>
          <p:spPr bwMode="blackWhite">
            <a:xfrm>
              <a:off x="3432518" y="5472331"/>
              <a:ext cx="731520" cy="603592"/>
            </a:xfrm>
            <a:prstGeom prst="rect">
              <a:avLst/>
            </a:prstGeom>
            <a:noFill/>
            <a:ln w="28575" algn="ctr">
              <a:solidFill>
                <a:schemeClr val="accent3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63870779-3B70-4656-B0FC-6AAA2BD5C02E}"/>
                </a:ext>
              </a:extLst>
            </p:cNvPr>
            <p:cNvSpPr/>
            <p:nvPr/>
          </p:nvSpPr>
          <p:spPr bwMode="blackWhite">
            <a:xfrm>
              <a:off x="3302161" y="5449363"/>
              <a:ext cx="246888" cy="228600"/>
            </a:xfrm>
            <a:prstGeom prst="ellipse">
              <a:avLst/>
            </a:prstGeom>
            <a:solidFill>
              <a:schemeClr val="tx2"/>
            </a:solidFill>
            <a:ln w="635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sz="1200" dirty="0">
                  <a:solidFill>
                    <a:schemeClr val="bg1"/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70DCC17B-E332-4F8B-99DD-BAEBB5BD8A1E}"/>
                </a:ext>
              </a:extLst>
            </p:cNvPr>
            <p:cNvSpPr/>
            <p:nvPr/>
          </p:nvSpPr>
          <p:spPr bwMode="blackWhite">
            <a:xfrm>
              <a:off x="3432518" y="3742026"/>
              <a:ext cx="731520" cy="348379"/>
            </a:xfrm>
            <a:prstGeom prst="rect">
              <a:avLst/>
            </a:prstGeom>
            <a:noFill/>
            <a:ln w="28575" algn="ctr">
              <a:solidFill>
                <a:schemeClr val="accent3">
                  <a:lumMod val="5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tIns="36000" rIns="0" rtlCol="0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endParaRPr lang="en-GB" sz="12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3" name="타원 122">
            <a:extLst>
              <a:ext uri="{FF2B5EF4-FFF2-40B4-BE49-F238E27FC236}">
                <a16:creationId xmlns:a16="http://schemas.microsoft.com/office/drawing/2014/main" id="{54E0DAE2-869B-44DC-9C68-5263FEE2DAA1}"/>
              </a:ext>
            </a:extLst>
          </p:cNvPr>
          <p:cNvSpPr/>
          <p:nvPr/>
        </p:nvSpPr>
        <p:spPr bwMode="blackWhite">
          <a:xfrm>
            <a:off x="6184271" y="5947963"/>
            <a:ext cx="246888" cy="228600"/>
          </a:xfrm>
          <a:prstGeom prst="ellipse">
            <a:avLst/>
          </a:prstGeom>
          <a:solidFill>
            <a:schemeClr val="tx2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200" dirty="0">
                <a:solidFill>
                  <a:schemeClr val="bg1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7D5AAA53-9987-4CBE-96CB-49DC2DA68A99}"/>
              </a:ext>
            </a:extLst>
          </p:cNvPr>
          <p:cNvSpPr/>
          <p:nvPr/>
        </p:nvSpPr>
        <p:spPr bwMode="blackWhite">
          <a:xfrm>
            <a:off x="1598284" y="4077019"/>
            <a:ext cx="246888" cy="228600"/>
          </a:xfrm>
          <a:prstGeom prst="ellipse">
            <a:avLst/>
          </a:prstGeom>
          <a:solidFill>
            <a:schemeClr val="tx2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36000" rIns="0" rtlCol="0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200" dirty="0">
                <a:solidFill>
                  <a:schemeClr val="bg1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268" y="102174"/>
            <a:ext cx="2551132" cy="1181874"/>
          </a:xfrm>
          <a:prstGeom prst="rect">
            <a:avLst/>
          </a:prstGeom>
        </p:spPr>
      </p:pic>
      <p:sp>
        <p:nvSpPr>
          <p:cNvPr id="94" name="내용 개체 틀 2">
            <a:extLst>
              <a:ext uri="{FF2B5EF4-FFF2-40B4-BE49-F238E27FC236}">
                <a16:creationId xmlns:a16="http://schemas.microsoft.com/office/drawing/2014/main" id="{2262C7EC-D7E2-4526-9E13-69D838DE0B3A}"/>
              </a:ext>
            </a:extLst>
          </p:cNvPr>
          <p:cNvSpPr txBox="1">
            <a:spLocks/>
          </p:cNvSpPr>
          <p:nvPr/>
        </p:nvSpPr>
        <p:spPr bwMode="auto">
          <a:xfrm>
            <a:off x="5149812" y="2039706"/>
            <a:ext cx="431260" cy="2185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defRPr kumimoji="1" sz="1400" b="1" u="sng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165100" indent="-163513" algn="l" defTabSz="1023938" rtl="0" fontAlgn="base">
              <a:spcBef>
                <a:spcPct val="0"/>
              </a:spcBef>
              <a:spcAft>
                <a:spcPct val="0"/>
              </a:spcAft>
              <a:buSzPct val="120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338138" indent="-171450" algn="l" defTabSz="1023938" rtl="0" fontAlgn="base">
              <a:spcBef>
                <a:spcPct val="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493713" indent="-153988" algn="l" defTabSz="1023938" rtl="0" fontAlgn="base">
              <a:spcBef>
                <a:spcPct val="0"/>
              </a:spcBef>
              <a:spcAft>
                <a:spcPct val="0"/>
              </a:spcAft>
              <a:buSzPct val="89000"/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6651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11223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5795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0367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493963" indent="-169863" algn="l" defTabSz="1023938" rtl="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defTabSz="180000" latinLnBrk="0">
              <a:lnSpc>
                <a:spcPct val="110000"/>
              </a:lnSpc>
              <a:spcBef>
                <a:spcPts val="300"/>
              </a:spcBef>
              <a:buNone/>
              <a:tabLst>
                <a:tab pos="180000" algn="l"/>
              </a:tabLst>
            </a:pPr>
            <a:r>
              <a:rPr lang="en-GB" altLang="ko-KR" b="0" kern="1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4281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1749" y="2995229"/>
            <a:ext cx="8991814" cy="867545"/>
          </a:xfrm>
        </p:spPr>
        <p:txBody>
          <a:bodyPr/>
          <a:lstStyle/>
          <a:p>
            <a:r>
              <a:rPr lang="en-US" altLang="ko-KR" sz="5600" dirty="0"/>
              <a:t>Q &amp; A</a:t>
            </a:r>
            <a:endParaRPr lang="en-US" sz="5600" dirty="0"/>
          </a:p>
        </p:txBody>
      </p:sp>
    </p:spTree>
    <p:extLst>
      <p:ext uri="{BB962C8B-B14F-4D97-AF65-F5344CB8AC3E}">
        <p14:creationId xmlns:p14="http://schemas.microsoft.com/office/powerpoint/2010/main" val="34636460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137"/>
  <p:tag name="ORIGTOP" val="353.5"/>
  <p:tag name="ORIGHEIGHT" val="34.125"/>
  <p:tag name="ORIGWIDTH" val="39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137"/>
  <p:tag name="ORIGTOP" val="353.5"/>
  <p:tag name="ORIGHEIGHT" val="34.125"/>
  <p:tag name="ORIGWIDTH" val="39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137"/>
  <p:tag name="ORIGTOP" val="353.5"/>
  <p:tag name="ORIGHEIGHT" val="34.125"/>
  <p:tag name="ORIGWIDTH" val="39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137"/>
  <p:tag name="ORIGTOP" val="353.5"/>
  <p:tag name="ORIGHEIGHT" val="34.125"/>
  <p:tag name="ORIGWIDTH" val="39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137"/>
  <p:tag name="ORIGTOP" val="353.5"/>
  <p:tag name="ORIGHEIGHT" val="34.125"/>
  <p:tag name="ORIGWIDTH" val="39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137"/>
  <p:tag name="ORIGTOP" val="353.5"/>
  <p:tag name="ORIGHEIGHT" val="34.125"/>
  <p:tag name="ORIGWIDTH" val="39.5"/>
</p:tagLst>
</file>

<file path=ppt/theme/theme1.xml><?xml version="1.0" encoding="utf-8"?>
<a:theme xmlns:a="http://schemas.openxmlformats.org/drawingml/2006/main" name="looxent_template">
  <a:themeElements>
    <a:clrScheme name="Looxent Basic 2012">
      <a:dk1>
        <a:srgbClr val="000000"/>
      </a:dk1>
      <a:lt1>
        <a:srgbClr val="FFFFFF"/>
      </a:lt1>
      <a:dk2>
        <a:srgbClr val="112E3B"/>
      </a:dk2>
      <a:lt2>
        <a:srgbClr val="F3F2ED"/>
      </a:lt2>
      <a:accent1>
        <a:srgbClr val="FFFFFF"/>
      </a:accent1>
      <a:accent2>
        <a:srgbClr val="99C2D6"/>
      </a:accent2>
      <a:accent3>
        <a:srgbClr val="FFD875"/>
      </a:accent3>
      <a:accent4>
        <a:srgbClr val="FE950A"/>
      </a:accent4>
      <a:accent5>
        <a:srgbClr val="FC7264"/>
      </a:accent5>
      <a:accent6>
        <a:srgbClr val="B5BD33"/>
      </a:accent6>
      <a:hlink>
        <a:srgbClr val="88AADD"/>
      </a:hlink>
      <a:folHlink>
        <a:srgbClr val="00336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905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  <a:ea typeface="산돌고딕 M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905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  <a:ea typeface="산돌고딕 M" pitchFamily="18" charset="-127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839FE7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5F8DFF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557FE7"/>
        </a:accent6>
        <a:hlink>
          <a:srgbClr val="96C5F8"/>
        </a:hlink>
        <a:folHlink>
          <a:srgbClr val="D8E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002960"/>
        </a:accent1>
        <a:accent2>
          <a:srgbClr val="0066CC"/>
        </a:accent2>
        <a:accent3>
          <a:srgbClr val="AAAAAA"/>
        </a:accent3>
        <a:accent4>
          <a:srgbClr val="DADADA"/>
        </a:accent4>
        <a:accent5>
          <a:srgbClr val="AAACB6"/>
        </a:accent5>
        <a:accent6>
          <a:srgbClr val="005CB9"/>
        </a:accent6>
        <a:hlink>
          <a:srgbClr val="91B0FF"/>
        </a:hlink>
        <a:folHlink>
          <a:srgbClr val="C7E0F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E7B95C"/>
        </a:accent6>
        <a:hlink>
          <a:srgbClr val="4F8636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4F8636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477930"/>
        </a:accent6>
        <a:hlink>
          <a:srgbClr val="FF9900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0066CC"/>
        </a:accent1>
        <a:accent2>
          <a:srgbClr val="4F8636"/>
        </a:accent2>
        <a:accent3>
          <a:srgbClr val="AAAAAA"/>
        </a:accent3>
        <a:accent4>
          <a:srgbClr val="DADADA"/>
        </a:accent4>
        <a:accent5>
          <a:srgbClr val="AAB8E2"/>
        </a:accent5>
        <a:accent6>
          <a:srgbClr val="477930"/>
        </a:accent6>
        <a:hlink>
          <a:srgbClr val="FF9900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B4B085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9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50A2A0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489291"/>
        </a:accent6>
        <a:hlink>
          <a:srgbClr val="C7C293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174A7C"/>
        </a:accent1>
        <a:accent2>
          <a:srgbClr val="50A2A0"/>
        </a:accent2>
        <a:accent3>
          <a:srgbClr val="AAAAAA"/>
        </a:accent3>
        <a:accent4>
          <a:srgbClr val="DADADA"/>
        </a:accent4>
        <a:accent5>
          <a:srgbClr val="ABB1BF"/>
        </a:accent5>
        <a:accent6>
          <a:srgbClr val="489291"/>
        </a:accent6>
        <a:hlink>
          <a:srgbClr val="C7C293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DDD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C8C8E7"/>
        </a:accent6>
        <a:hlink>
          <a:srgbClr val="99AADD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DDD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C8C8E7"/>
        </a:accent6>
        <a:hlink>
          <a:srgbClr val="88AADD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5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CCDD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9C8E7"/>
        </a:accent6>
        <a:hlink>
          <a:srgbClr val="88AADD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6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2DD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EC8E7"/>
        </a:accent6>
        <a:hlink>
          <a:srgbClr val="88AADD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프레젠테이션1" id="{43CB5138-EEDB-4118-8321-4967ED852082}" vid="{4C5F84A9-86DF-45D9-BD30-69A97E73376C}"/>
    </a:ext>
  </a:extLst>
</a:theme>
</file>

<file path=ppt/theme/theme2.xml><?xml version="1.0" encoding="utf-8"?>
<a:theme xmlns:a="http://schemas.openxmlformats.org/drawingml/2006/main" name="Looxent_Basic_본문">
  <a:themeElements>
    <a:clrScheme name="Looxent Basic 2012">
      <a:dk1>
        <a:srgbClr val="000000"/>
      </a:dk1>
      <a:lt1>
        <a:srgbClr val="FFFFFF"/>
      </a:lt1>
      <a:dk2>
        <a:srgbClr val="112E3B"/>
      </a:dk2>
      <a:lt2>
        <a:srgbClr val="F1F0ED"/>
      </a:lt2>
      <a:accent1>
        <a:srgbClr val="FFFFFF"/>
      </a:accent1>
      <a:accent2>
        <a:srgbClr val="99C2D6"/>
      </a:accent2>
      <a:accent3>
        <a:srgbClr val="FBD177"/>
      </a:accent3>
      <a:accent4>
        <a:srgbClr val="FE950A"/>
      </a:accent4>
      <a:accent5>
        <a:srgbClr val="FC7264"/>
      </a:accent5>
      <a:accent6>
        <a:srgbClr val="B5BD33"/>
      </a:accent6>
      <a:hlink>
        <a:srgbClr val="88AADD"/>
      </a:hlink>
      <a:folHlink>
        <a:srgbClr val="00336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blackWhite">
        <a:solidFill>
          <a:schemeClr val="bg1"/>
        </a:solidFill>
        <a:ln w="6350" algn="ctr">
          <a:solidFill>
            <a:schemeClr val="tx1">
              <a:lumMod val="50000"/>
              <a:lumOff val="50000"/>
            </a:schemeClr>
          </a:solidFill>
          <a:miter lim="800000"/>
          <a:headEnd type="none" w="sm" len="sm"/>
          <a:tailEnd type="none" w="sm" len="sm"/>
        </a:ln>
        <a:effectLst/>
      </a:spPr>
      <a:bodyPr wrap="none" lIns="0" tIns="36000" rIns="0" rtlCol="0" anchor="ctr"/>
      <a:lstStyle>
        <a:defPPr algn="ctr">
          <a:spcBef>
            <a:spcPct val="0"/>
          </a:spcBef>
          <a:buFontTx/>
          <a:buNone/>
          <a:defRPr sz="1200" b="0" dirty="0" err="1" smtClean="0">
            <a:solidFill>
              <a:schemeClr val="tx1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solidFill>
          <a:schemeClr val="bg1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/>
      <a:bodyPr wrap="square" lIns="0" tIns="0" rIns="0" bIns="0">
        <a:spAutoFit/>
      </a:bodyPr>
      <a:lstStyle>
        <a:defPPr>
          <a:defRPr sz="1200" b="0" u="none" dirty="0" smtClean="0"/>
        </a:defPPr>
      </a:lstStyle>
    </a:tx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839FE7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5F8DFF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557FE7"/>
        </a:accent6>
        <a:hlink>
          <a:srgbClr val="96C5F8"/>
        </a:hlink>
        <a:folHlink>
          <a:srgbClr val="D8E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002960"/>
        </a:accent1>
        <a:accent2>
          <a:srgbClr val="0066CC"/>
        </a:accent2>
        <a:accent3>
          <a:srgbClr val="AAAAAA"/>
        </a:accent3>
        <a:accent4>
          <a:srgbClr val="DADADA"/>
        </a:accent4>
        <a:accent5>
          <a:srgbClr val="AAACB6"/>
        </a:accent5>
        <a:accent6>
          <a:srgbClr val="005CB9"/>
        </a:accent6>
        <a:hlink>
          <a:srgbClr val="91B0FF"/>
        </a:hlink>
        <a:folHlink>
          <a:srgbClr val="C7E0F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E7B95C"/>
        </a:accent6>
        <a:hlink>
          <a:srgbClr val="4F8636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4F8636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477930"/>
        </a:accent6>
        <a:hlink>
          <a:srgbClr val="FF9900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0066CC"/>
        </a:accent1>
        <a:accent2>
          <a:srgbClr val="4F8636"/>
        </a:accent2>
        <a:accent3>
          <a:srgbClr val="AAAAAA"/>
        </a:accent3>
        <a:accent4>
          <a:srgbClr val="DADADA"/>
        </a:accent4>
        <a:accent5>
          <a:srgbClr val="AAB8E2"/>
        </a:accent5>
        <a:accent6>
          <a:srgbClr val="477930"/>
        </a:accent6>
        <a:hlink>
          <a:srgbClr val="FF9900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B4B085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9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50A2A0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489291"/>
        </a:accent6>
        <a:hlink>
          <a:srgbClr val="C7C293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174A7C"/>
        </a:accent1>
        <a:accent2>
          <a:srgbClr val="50A2A0"/>
        </a:accent2>
        <a:accent3>
          <a:srgbClr val="AAAAAA"/>
        </a:accent3>
        <a:accent4>
          <a:srgbClr val="DADADA"/>
        </a:accent4>
        <a:accent5>
          <a:srgbClr val="ABB1BF"/>
        </a:accent5>
        <a:accent6>
          <a:srgbClr val="489291"/>
        </a:accent6>
        <a:hlink>
          <a:srgbClr val="C7C293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DDD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C8C8E7"/>
        </a:accent6>
        <a:hlink>
          <a:srgbClr val="99AADD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DDD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C8C8E7"/>
        </a:accent6>
        <a:hlink>
          <a:srgbClr val="88AADD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5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CCDD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9C8E7"/>
        </a:accent6>
        <a:hlink>
          <a:srgbClr val="88AADD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6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2DD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EC8E7"/>
        </a:accent6>
        <a:hlink>
          <a:srgbClr val="88AADD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프레젠테이션1" id="{43CB5138-EEDB-4118-8321-4967ED852082}" vid="{87935424-B299-438F-951A-E06911FF2869}"/>
    </a:ext>
  </a:extLst>
</a:theme>
</file>

<file path=ppt/theme/theme3.xml><?xml version="1.0" encoding="utf-8"?>
<a:theme xmlns:a="http://schemas.openxmlformats.org/drawingml/2006/main" name="Office 테마">
  <a:themeElements>
    <a:clrScheme name="Looxent Basic 2012">
      <a:dk1>
        <a:srgbClr val="000000"/>
      </a:dk1>
      <a:lt1>
        <a:srgbClr val="FFFFFF"/>
      </a:lt1>
      <a:dk2>
        <a:srgbClr val="112E3B"/>
      </a:dk2>
      <a:lt2>
        <a:srgbClr val="F3F2ED"/>
      </a:lt2>
      <a:accent1>
        <a:srgbClr val="FFFFFF"/>
      </a:accent1>
      <a:accent2>
        <a:srgbClr val="99C2D6"/>
      </a:accent2>
      <a:accent3>
        <a:srgbClr val="FFD875"/>
      </a:accent3>
      <a:accent4>
        <a:srgbClr val="FE950A"/>
      </a:accent4>
      <a:accent5>
        <a:srgbClr val="FC7264"/>
      </a:accent5>
      <a:accent6>
        <a:srgbClr val="B5BD33"/>
      </a:accent6>
      <a:hlink>
        <a:srgbClr val="88AADD"/>
      </a:hlink>
      <a:folHlink>
        <a:srgbClr val="00336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Looxent Basic 2012">
      <a:dk1>
        <a:srgbClr val="000000"/>
      </a:dk1>
      <a:lt1>
        <a:srgbClr val="FFFFFF"/>
      </a:lt1>
      <a:dk2>
        <a:srgbClr val="112E3B"/>
      </a:dk2>
      <a:lt2>
        <a:srgbClr val="F3F2ED"/>
      </a:lt2>
      <a:accent1>
        <a:srgbClr val="FFFFFF"/>
      </a:accent1>
      <a:accent2>
        <a:srgbClr val="99C2D6"/>
      </a:accent2>
      <a:accent3>
        <a:srgbClr val="FFD875"/>
      </a:accent3>
      <a:accent4>
        <a:srgbClr val="FE950A"/>
      </a:accent4>
      <a:accent5>
        <a:srgbClr val="FC7264"/>
      </a:accent5>
      <a:accent6>
        <a:srgbClr val="B5BD33"/>
      </a:accent6>
      <a:hlink>
        <a:srgbClr val="88AADD"/>
      </a:hlink>
      <a:folHlink>
        <a:srgbClr val="00336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looxent_template</Template>
  <TotalTime>0</TotalTime>
  <Words>639</Words>
  <Application>Microsoft Office PowerPoint</Application>
  <PresentationFormat>A4 Paper (210x297 mm)</PresentationFormat>
  <Paragraphs>201</Paragraphs>
  <Slides>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맑은 고딕</vt:lpstr>
      <vt:lpstr>MS PGothic</vt:lpstr>
      <vt:lpstr>Arial</vt:lpstr>
      <vt:lpstr>looxent_template</vt:lpstr>
      <vt:lpstr>Looxent_Basic_본문</vt:lpstr>
      <vt:lpstr>think-cell Slide</vt:lpstr>
      <vt:lpstr>PowerPoint Presentation</vt:lpstr>
      <vt:lpstr>A few highlights</vt:lpstr>
      <vt:lpstr>A few highlights</vt:lpstr>
      <vt:lpstr>Prediction of sales is challenging</vt:lpstr>
      <vt:lpstr>Data preparation &amp; pre-processing to predictive modelling</vt:lpstr>
      <vt:lpstr>Data pre-processing and clustering of stores</vt:lpstr>
      <vt:lpstr>Predictive modelling and validation</vt:lpstr>
      <vt:lpstr>Make use of different predictors?</vt:lpstr>
      <vt:lpstr>Q &amp; A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2015-12-10T04:28:14Z</dcterms:created>
  <dcterms:modified xsi:type="dcterms:W3CDTF">2024-04-24T09:45:51Z</dcterms:modified>
</cp:coreProperties>
</file>